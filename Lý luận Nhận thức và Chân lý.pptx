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4"/>
  </p:notesMasterIdLst>
  <p:sldIdLst>
    <p:sldId id="256" r:id="rId2"/>
    <p:sldId id="273" r:id="rId3"/>
    <p:sldId id="274" r:id="rId4"/>
    <p:sldId id="275" r:id="rId5"/>
    <p:sldId id="257" r:id="rId6"/>
    <p:sldId id="258" r:id="rId7"/>
    <p:sldId id="276" r:id="rId8"/>
    <p:sldId id="259" r:id="rId9"/>
    <p:sldId id="277" r:id="rId10"/>
    <p:sldId id="260" r:id="rId11"/>
    <p:sldId id="261" r:id="rId12"/>
    <p:sldId id="262" r:id="rId13"/>
    <p:sldId id="263" r:id="rId14"/>
    <p:sldId id="264" r:id="rId15"/>
    <p:sldId id="265" r:id="rId16"/>
    <p:sldId id="266" r:id="rId17"/>
    <p:sldId id="267" r:id="rId18"/>
    <p:sldId id="268" r:id="rId19"/>
    <p:sldId id="269" r:id="rId20"/>
    <p:sldId id="270" r:id="rId21"/>
    <p:sldId id="278" r:id="rId22"/>
    <p:sldId id="272" r:id="rId23"/>
  </p:sldIdLst>
  <p:sldSz cx="12192000" cy="6858000"/>
  <p:notesSz cx="6858000" cy="9144000"/>
  <p:embeddedFontLst>
    <p:embeddedFont>
      <p:font typeface="DM Sans" pitchFamily="2" charset="0"/>
      <p:regular r:id="rId25"/>
      <p:bold r:id="rId26"/>
      <p:italic r:id="rId27"/>
      <p:boldItalic r:id="rId28"/>
    </p:embeddedFont>
    <p:embeddedFont>
      <p:font typeface="Merriweather" panose="00000500000000000000" pitchFamily="2"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40E66B3-F464-4868-AC42-BC6CB8EFD5E3}">
  <a:tblStyle styleId="{040E66B3-F464-4868-AC42-BC6CB8EFD5E3}"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48" d="100"/>
          <a:sy n="48" d="100"/>
        </p:scale>
        <p:origin x="53" y="70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a:extLst>
            <a:ext uri="{FF2B5EF4-FFF2-40B4-BE49-F238E27FC236}">
              <a16:creationId xmlns:a16="http://schemas.microsoft.com/office/drawing/2014/main" id="{001F56F9-B1BD-D227-28F8-630E12766A09}"/>
            </a:ext>
          </a:extLst>
        </p:cNvPr>
        <p:cNvGrpSpPr/>
        <p:nvPr/>
      </p:nvGrpSpPr>
      <p:grpSpPr>
        <a:xfrm>
          <a:off x="0" y="0"/>
          <a:ext cx="0" cy="0"/>
          <a:chOff x="0" y="0"/>
          <a:chExt cx="0" cy="0"/>
        </a:xfrm>
      </p:grpSpPr>
      <p:sp>
        <p:nvSpPr>
          <p:cNvPr id="153" name="Google Shape;153;p7:notes">
            <a:extLst>
              <a:ext uri="{FF2B5EF4-FFF2-40B4-BE49-F238E27FC236}">
                <a16:creationId xmlns:a16="http://schemas.microsoft.com/office/drawing/2014/main" id="{6972D936-AA97-3C8E-43A6-911AFE409F1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4" name="Google Shape;154;p7:notes">
            <a:extLst>
              <a:ext uri="{FF2B5EF4-FFF2-40B4-BE49-F238E27FC236}">
                <a16:creationId xmlns:a16="http://schemas.microsoft.com/office/drawing/2014/main" id="{025EE804-A9F6-979F-AF67-E3EF7811E43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318693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E9E5D21C-A3A0-2D55-4F31-B4DFA9A4F699}"/>
            </a:ext>
          </a:extLst>
        </p:cNvPr>
        <p:cNvGrpSpPr/>
        <p:nvPr/>
      </p:nvGrpSpPr>
      <p:grpSpPr>
        <a:xfrm>
          <a:off x="0" y="0"/>
          <a:ext cx="0" cy="0"/>
          <a:chOff x="0" y="0"/>
          <a:chExt cx="0" cy="0"/>
        </a:xfrm>
      </p:grpSpPr>
      <p:sp>
        <p:nvSpPr>
          <p:cNvPr id="160" name="Google Shape;160;p8:notes">
            <a:extLst>
              <a:ext uri="{FF2B5EF4-FFF2-40B4-BE49-F238E27FC236}">
                <a16:creationId xmlns:a16="http://schemas.microsoft.com/office/drawing/2014/main" id="{AD0D90AE-4B7F-07F9-5F66-168E8C1DC33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1" name="Google Shape;161;p8:notes">
            <a:extLst>
              <a:ext uri="{FF2B5EF4-FFF2-40B4-BE49-F238E27FC236}">
                <a16:creationId xmlns:a16="http://schemas.microsoft.com/office/drawing/2014/main" id="{D10B4FAA-7B5A-D26E-44C2-11A64417836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579554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90BA225F-9FB6-6135-A608-08F67206DB93}"/>
            </a:ext>
          </a:extLst>
        </p:cNvPr>
        <p:cNvGrpSpPr/>
        <p:nvPr/>
      </p:nvGrpSpPr>
      <p:grpSpPr>
        <a:xfrm>
          <a:off x="0" y="0"/>
          <a:ext cx="0" cy="0"/>
          <a:chOff x="0" y="0"/>
          <a:chExt cx="0" cy="0"/>
        </a:xfrm>
      </p:grpSpPr>
      <p:sp>
        <p:nvSpPr>
          <p:cNvPr id="160" name="Google Shape;160;p8:notes">
            <a:extLst>
              <a:ext uri="{FF2B5EF4-FFF2-40B4-BE49-F238E27FC236}">
                <a16:creationId xmlns:a16="http://schemas.microsoft.com/office/drawing/2014/main" id="{28DB518E-3AC9-B45F-63A8-E4B630557E8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1" name="Google Shape;161;p8:notes">
            <a:extLst>
              <a:ext uri="{FF2B5EF4-FFF2-40B4-BE49-F238E27FC236}">
                <a16:creationId xmlns:a16="http://schemas.microsoft.com/office/drawing/2014/main" id="{0DECFE64-6FC2-4866-61C2-2609DD0A288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753414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 name="Google Shape;9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 name="Google Shape;9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7297647D-48A6-3321-E31B-698424D2356C}"/>
            </a:ext>
          </a:extLst>
        </p:cNvPr>
        <p:cNvGrpSpPr/>
        <p:nvPr/>
      </p:nvGrpSpPr>
      <p:grpSpPr>
        <a:xfrm>
          <a:off x="0" y="0"/>
          <a:ext cx="0" cy="0"/>
          <a:chOff x="0" y="0"/>
          <a:chExt cx="0" cy="0"/>
        </a:xfrm>
      </p:grpSpPr>
      <p:sp>
        <p:nvSpPr>
          <p:cNvPr id="115" name="Google Shape;115;p4:notes">
            <a:extLst>
              <a:ext uri="{FF2B5EF4-FFF2-40B4-BE49-F238E27FC236}">
                <a16:creationId xmlns:a16="http://schemas.microsoft.com/office/drawing/2014/main" id="{069C3F3F-F207-A22B-D7BC-E8DD9FA59F6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6" name="Google Shape;116;p4:notes">
            <a:extLst>
              <a:ext uri="{FF2B5EF4-FFF2-40B4-BE49-F238E27FC236}">
                <a16:creationId xmlns:a16="http://schemas.microsoft.com/office/drawing/2014/main" id="{16F72C3B-3DAC-F8AE-C866-726C6C5914B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281579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6" name="Google Shape;11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EADD37D5-B2E4-0C91-E9D3-9415173BB55B}"/>
            </a:ext>
          </a:extLst>
        </p:cNvPr>
        <p:cNvGrpSpPr/>
        <p:nvPr/>
      </p:nvGrpSpPr>
      <p:grpSpPr>
        <a:xfrm>
          <a:off x="0" y="0"/>
          <a:ext cx="0" cy="0"/>
          <a:chOff x="0" y="0"/>
          <a:chExt cx="0" cy="0"/>
        </a:xfrm>
      </p:grpSpPr>
      <p:sp>
        <p:nvSpPr>
          <p:cNvPr id="115" name="Google Shape;115;p4:notes">
            <a:extLst>
              <a:ext uri="{FF2B5EF4-FFF2-40B4-BE49-F238E27FC236}">
                <a16:creationId xmlns:a16="http://schemas.microsoft.com/office/drawing/2014/main" id="{56B3B3E9-3F5B-0F42-4D84-EC03454E490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6" name="Google Shape;116;p4:notes">
            <a:extLst>
              <a:ext uri="{FF2B5EF4-FFF2-40B4-BE49-F238E27FC236}">
                <a16:creationId xmlns:a16="http://schemas.microsoft.com/office/drawing/2014/main" id="{A35453BF-6C98-F706-1034-DE69111DF1B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320902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4" name="Google Shape;15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1" name="Google Shape;161;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3" name="Google Shape;173;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0" name="Google Shape;180;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1" name="Google Shape;191;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8" name="Google Shape;198;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2" name="Google Shape;222;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2" name="Google Shape;262;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a:extLst>
            <a:ext uri="{FF2B5EF4-FFF2-40B4-BE49-F238E27FC236}">
              <a16:creationId xmlns:a16="http://schemas.microsoft.com/office/drawing/2014/main" id="{C97D6FB9-0922-A9DE-160E-2CDA0F7581E0}"/>
            </a:ext>
          </a:extLst>
        </p:cNvPr>
        <p:cNvGrpSpPr/>
        <p:nvPr/>
      </p:nvGrpSpPr>
      <p:grpSpPr>
        <a:xfrm>
          <a:off x="0" y="0"/>
          <a:ext cx="0" cy="0"/>
          <a:chOff x="0" y="0"/>
          <a:chExt cx="0" cy="0"/>
        </a:xfrm>
      </p:grpSpPr>
      <p:sp>
        <p:nvSpPr>
          <p:cNvPr id="261" name="Google Shape;261;p15:notes">
            <a:extLst>
              <a:ext uri="{FF2B5EF4-FFF2-40B4-BE49-F238E27FC236}">
                <a16:creationId xmlns:a16="http://schemas.microsoft.com/office/drawing/2014/main" id="{F7AFCFC3-91F8-81D5-045F-ADC388708A5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2" name="Google Shape;262;p15:notes">
            <a:extLst>
              <a:ext uri="{FF2B5EF4-FFF2-40B4-BE49-F238E27FC236}">
                <a16:creationId xmlns:a16="http://schemas.microsoft.com/office/drawing/2014/main" id="{AE215535-B37C-431D-A58E-BAECEF4F039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1144051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516E12E1-39FE-4116-8CDE-FDEE715AE0DE}"/>
            </a:ext>
          </a:extLst>
        </p:cNvPr>
        <p:cNvGrpSpPr/>
        <p:nvPr/>
      </p:nvGrpSpPr>
      <p:grpSpPr>
        <a:xfrm>
          <a:off x="0" y="0"/>
          <a:ext cx="0" cy="0"/>
          <a:chOff x="0" y="0"/>
          <a:chExt cx="0" cy="0"/>
        </a:xfrm>
      </p:grpSpPr>
      <p:sp>
        <p:nvSpPr>
          <p:cNvPr id="91" name="Google Shape;91;p2:notes">
            <a:extLst>
              <a:ext uri="{FF2B5EF4-FFF2-40B4-BE49-F238E27FC236}">
                <a16:creationId xmlns:a16="http://schemas.microsoft.com/office/drawing/2014/main" id="{CD6150AD-089C-CBD0-B138-F9711F2C24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 name="Google Shape;92;p2:notes">
            <a:extLst>
              <a:ext uri="{FF2B5EF4-FFF2-40B4-BE49-F238E27FC236}">
                <a16:creationId xmlns:a16="http://schemas.microsoft.com/office/drawing/2014/main" id="{B9061647-5FBE-BA2A-881B-F2D33869225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082836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mc:AlternateContent xmlns:mc="http://schemas.openxmlformats.org/markup-compatibility/2006" xmlns:p14="http://schemas.microsoft.com/office/powerpoint/2010/main">
    <mc:Choice Requires="p14">
      <p:transition spd="slow" p14:dur="1100">
        <p:push/>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8.jp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8.jp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jp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png"/><Relationship Id="rId7" Type="http://schemas.openxmlformats.org/officeDocument/2006/relationships/image" Target="../media/image15.png"/><Relationship Id="rId12"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14.png"/><Relationship Id="rId11" Type="http://schemas.openxmlformats.org/officeDocument/2006/relationships/image" Target="../media/image10.png"/><Relationship Id="rId5" Type="http://schemas.openxmlformats.org/officeDocument/2006/relationships/image" Target="../media/image13.png"/><Relationship Id="rId10" Type="http://schemas.openxmlformats.org/officeDocument/2006/relationships/image" Target="../media/image9.png"/><Relationship Id="rId4" Type="http://schemas.openxmlformats.org/officeDocument/2006/relationships/image" Target="../media/image12.png"/><Relationship Id="rId9"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3366"/>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85" name="Google Shape;85;p13"/>
          <p:cNvSpPr txBox="1"/>
          <p:nvPr/>
        </p:nvSpPr>
        <p:spPr>
          <a:xfrm>
            <a:off x="5609507" y="1720036"/>
            <a:ext cx="4837500" cy="1107996"/>
          </a:xfrm>
          <a:prstGeom prst="rect">
            <a:avLst/>
          </a:prstGeom>
          <a:solidFill>
            <a:srgbClr val="000000">
              <a:alpha val="0"/>
            </a:srgbClr>
          </a:solidFill>
          <a:ln>
            <a:noFill/>
          </a:ln>
        </p:spPr>
        <p:txBody>
          <a:bodyPr spcFirstLastPara="1" wrap="square" lIns="0" tIns="0" rIns="0" bIns="0" anchor="ctr" anchorCtr="0">
            <a:spAutoFit/>
          </a:bodyPr>
          <a:lstStyle/>
          <a:p>
            <a:pPr marL="0" lvl="0" indent="0" algn="l" rtl="0">
              <a:spcBef>
                <a:spcPts val="0"/>
              </a:spcBef>
              <a:spcAft>
                <a:spcPts val="0"/>
              </a:spcAft>
              <a:buNone/>
            </a:pPr>
            <a:r>
              <a:rPr lang="en-US" sz="7200" b="1" dirty="0" err="1">
                <a:solidFill>
                  <a:srgbClr val="FFF9E5"/>
                </a:solidFill>
                <a:latin typeface="Merriweather"/>
                <a:ea typeface="Merriweather"/>
                <a:cs typeface="Merriweather"/>
                <a:sym typeface="Merriweather"/>
              </a:rPr>
              <a:t>nhận</a:t>
            </a:r>
            <a:r>
              <a:rPr lang="en-US" sz="7200" b="1" dirty="0">
                <a:solidFill>
                  <a:srgbClr val="FFF9E5"/>
                </a:solidFill>
                <a:latin typeface="Merriweather"/>
                <a:ea typeface="Merriweather"/>
                <a:cs typeface="Merriweather"/>
                <a:sym typeface="Merriweather"/>
              </a:rPr>
              <a:t> </a:t>
            </a:r>
            <a:r>
              <a:rPr lang="en-US" sz="7200" b="1" dirty="0" err="1">
                <a:solidFill>
                  <a:srgbClr val="FFF9E5"/>
                </a:solidFill>
                <a:latin typeface="Merriweather"/>
                <a:ea typeface="Merriweather"/>
                <a:cs typeface="Merriweather"/>
                <a:sym typeface="Merriweather"/>
              </a:rPr>
              <a:t>thức</a:t>
            </a:r>
            <a:r>
              <a:rPr lang="en-US" sz="7200" b="1" dirty="0">
                <a:solidFill>
                  <a:srgbClr val="FFF9E5"/>
                </a:solidFill>
                <a:latin typeface="Merriweather"/>
                <a:ea typeface="Merriweather"/>
                <a:cs typeface="Merriweather"/>
                <a:sym typeface="Merriweather"/>
              </a:rPr>
              <a:t> </a:t>
            </a:r>
            <a:endParaRPr sz="7200" b="1" dirty="0">
              <a:solidFill>
                <a:srgbClr val="FFF9E5"/>
              </a:solidFill>
              <a:latin typeface="Merriweather"/>
              <a:ea typeface="Merriweather"/>
              <a:cs typeface="Merriweather"/>
              <a:sym typeface="Merriweather"/>
            </a:endParaRPr>
          </a:p>
        </p:txBody>
      </p:sp>
      <p:sp>
        <p:nvSpPr>
          <p:cNvPr id="86" name="Google Shape;86;p13"/>
          <p:cNvSpPr txBox="1"/>
          <p:nvPr/>
        </p:nvSpPr>
        <p:spPr>
          <a:xfrm>
            <a:off x="1458867" y="4329684"/>
            <a:ext cx="9094833" cy="461665"/>
          </a:xfrm>
          <a:prstGeom prst="rect">
            <a:avLst/>
          </a:prstGeom>
          <a:solidFill>
            <a:srgbClr val="000000">
              <a:alpha val="0"/>
            </a:srgbClr>
          </a:solidFill>
          <a:ln>
            <a:noFill/>
          </a:ln>
        </p:spPr>
        <p:txBody>
          <a:bodyPr spcFirstLastPara="1" wrap="square" lIns="0" tIns="0" rIns="0" bIns="0" anchor="t" anchorCtr="0">
            <a:spAutoFit/>
          </a:bodyPr>
          <a:lstStyle/>
          <a:p>
            <a:pPr marL="0" lvl="0" indent="0" algn="ctr" rtl="0">
              <a:spcBef>
                <a:spcPts val="0"/>
              </a:spcBef>
              <a:spcAft>
                <a:spcPts val="0"/>
              </a:spcAft>
              <a:buNone/>
            </a:pPr>
            <a:r>
              <a:rPr lang="en-US" sz="3000" b="0" dirty="0" err="1">
                <a:solidFill>
                  <a:srgbClr val="FFFF00"/>
                </a:solidFill>
                <a:latin typeface="Merriweather" panose="00000500000000000000" pitchFamily="2" charset="0"/>
                <a:ea typeface="Malgun Gothic" panose="020B0503020000020004" pitchFamily="34" charset="-127"/>
                <a:cs typeface="DM Sans"/>
                <a:sym typeface="DM Sans"/>
              </a:rPr>
              <a:t>Triết</a:t>
            </a:r>
            <a:r>
              <a:rPr lang="en-US" sz="3000" b="0" dirty="0">
                <a:solidFill>
                  <a:srgbClr val="FFFF00"/>
                </a:solidFill>
                <a:latin typeface="Merriweather" panose="00000500000000000000" pitchFamily="2" charset="0"/>
                <a:ea typeface="Malgun Gothic" panose="020B0503020000020004" pitchFamily="34" charset="-127"/>
                <a:cs typeface="DM Sans"/>
                <a:sym typeface="DM Sans"/>
              </a:rPr>
              <a:t> </a:t>
            </a:r>
            <a:r>
              <a:rPr lang="en-US" sz="3000" b="0" dirty="0" err="1">
                <a:solidFill>
                  <a:srgbClr val="FFFF00"/>
                </a:solidFill>
                <a:latin typeface="Merriweather" panose="00000500000000000000" pitchFamily="2" charset="0"/>
                <a:ea typeface="Malgun Gothic" panose="020B0503020000020004" pitchFamily="34" charset="-127"/>
                <a:cs typeface="DM Sans"/>
                <a:sym typeface="DM Sans"/>
              </a:rPr>
              <a:t>học</a:t>
            </a:r>
            <a:r>
              <a:rPr lang="en-US" sz="3000" b="0" dirty="0">
                <a:solidFill>
                  <a:srgbClr val="FFFF00"/>
                </a:solidFill>
                <a:latin typeface="Merriweather" panose="00000500000000000000" pitchFamily="2" charset="0"/>
                <a:ea typeface="Malgun Gothic" panose="020B0503020000020004" pitchFamily="34" charset="-127"/>
                <a:cs typeface="DM Sans"/>
                <a:sym typeface="DM Sans"/>
              </a:rPr>
              <a:t> </a:t>
            </a:r>
            <a:r>
              <a:rPr lang="en-US" sz="3000" b="0" dirty="0" err="1">
                <a:solidFill>
                  <a:srgbClr val="FFFF00"/>
                </a:solidFill>
                <a:latin typeface="Merriweather" panose="00000500000000000000" pitchFamily="2" charset="0"/>
                <a:ea typeface="Malgun Gothic" panose="020B0503020000020004" pitchFamily="34" charset="-127"/>
                <a:cs typeface="DM Sans"/>
                <a:sym typeface="DM Sans"/>
              </a:rPr>
              <a:t>Mác</a:t>
            </a:r>
            <a:r>
              <a:rPr lang="en-US" sz="3000" b="0" dirty="0">
                <a:solidFill>
                  <a:srgbClr val="FFFF00"/>
                </a:solidFill>
                <a:latin typeface="Merriweather" panose="00000500000000000000" pitchFamily="2" charset="0"/>
                <a:ea typeface="Malgun Gothic" panose="020B0503020000020004" pitchFamily="34" charset="-127"/>
                <a:cs typeface="DM Sans"/>
                <a:sym typeface="DM Sans"/>
              </a:rPr>
              <a:t> - </a:t>
            </a:r>
            <a:r>
              <a:rPr lang="en-US" sz="3000" b="0" dirty="0" err="1">
                <a:solidFill>
                  <a:srgbClr val="FFFF00"/>
                </a:solidFill>
                <a:latin typeface="Merriweather" panose="00000500000000000000" pitchFamily="2" charset="0"/>
                <a:ea typeface="Malgun Gothic" panose="020B0503020000020004" pitchFamily="34" charset="-127"/>
                <a:cs typeface="DM Sans"/>
                <a:sym typeface="DM Sans"/>
              </a:rPr>
              <a:t>Lênin</a:t>
            </a:r>
            <a:r>
              <a:rPr lang="en-US" sz="3000" b="0" dirty="0">
                <a:solidFill>
                  <a:srgbClr val="FFFF00"/>
                </a:solidFill>
                <a:latin typeface="Merriweather" panose="00000500000000000000" pitchFamily="2" charset="0"/>
                <a:ea typeface="Malgun Gothic" panose="020B0503020000020004" pitchFamily="34" charset="-127"/>
                <a:cs typeface="DM Sans"/>
                <a:sym typeface="DM Sans"/>
              </a:rPr>
              <a:t> &amp; </a:t>
            </a:r>
            <a:r>
              <a:rPr lang="en-US" sz="3000" b="0" dirty="0" err="1">
                <a:solidFill>
                  <a:srgbClr val="FFFF00"/>
                </a:solidFill>
                <a:latin typeface="Merriweather" panose="00000500000000000000" pitchFamily="2" charset="0"/>
                <a:ea typeface="Malgun Gothic" panose="020B0503020000020004" pitchFamily="34" charset="-127"/>
                <a:cs typeface="DM Sans"/>
                <a:sym typeface="DM Sans"/>
              </a:rPr>
              <a:t>Vận</a:t>
            </a:r>
            <a:r>
              <a:rPr lang="en-US" sz="3000" b="0" dirty="0">
                <a:solidFill>
                  <a:srgbClr val="FFFF00"/>
                </a:solidFill>
                <a:latin typeface="Merriweather" panose="00000500000000000000" pitchFamily="2" charset="0"/>
                <a:ea typeface="Malgun Gothic" panose="020B0503020000020004" pitchFamily="34" charset="-127"/>
                <a:cs typeface="DM Sans"/>
                <a:sym typeface="DM Sans"/>
              </a:rPr>
              <a:t> </a:t>
            </a:r>
            <a:r>
              <a:rPr lang="en-US" sz="3000" b="0" dirty="0" err="1">
                <a:solidFill>
                  <a:srgbClr val="FFFF00"/>
                </a:solidFill>
                <a:latin typeface="Merriweather" panose="00000500000000000000" pitchFamily="2" charset="0"/>
                <a:ea typeface="Malgun Gothic" panose="020B0503020000020004" pitchFamily="34" charset="-127"/>
                <a:cs typeface="DM Sans"/>
                <a:sym typeface="DM Sans"/>
              </a:rPr>
              <a:t>dụng</a:t>
            </a:r>
            <a:r>
              <a:rPr lang="en-US" sz="3000" b="0" dirty="0">
                <a:solidFill>
                  <a:srgbClr val="FFFF00"/>
                </a:solidFill>
                <a:latin typeface="Merriweather" panose="00000500000000000000" pitchFamily="2" charset="0"/>
                <a:ea typeface="Malgun Gothic" panose="020B0503020000020004" pitchFamily="34" charset="-127"/>
                <a:cs typeface="DM Sans"/>
                <a:sym typeface="DM Sans"/>
              </a:rPr>
              <a:t> </a:t>
            </a:r>
            <a:r>
              <a:rPr lang="en-US" sz="3000" b="0" dirty="0" err="1">
                <a:solidFill>
                  <a:srgbClr val="FFFF00"/>
                </a:solidFill>
                <a:latin typeface="Merriweather" panose="00000500000000000000" pitchFamily="2" charset="0"/>
                <a:ea typeface="Malgun Gothic" panose="020B0503020000020004" pitchFamily="34" charset="-127"/>
                <a:cs typeface="DM Sans"/>
                <a:sym typeface="DM Sans"/>
              </a:rPr>
              <a:t>Kỷ</a:t>
            </a:r>
            <a:r>
              <a:rPr lang="en-US" sz="3000" b="0" dirty="0">
                <a:solidFill>
                  <a:srgbClr val="FFFF00"/>
                </a:solidFill>
                <a:latin typeface="Merriweather" panose="00000500000000000000" pitchFamily="2" charset="0"/>
                <a:ea typeface="Malgun Gothic" panose="020B0503020000020004" pitchFamily="34" charset="-127"/>
                <a:cs typeface="DM Sans"/>
                <a:sym typeface="DM Sans"/>
              </a:rPr>
              <a:t> </a:t>
            </a:r>
            <a:r>
              <a:rPr lang="en-US" sz="3000" b="0" dirty="0" err="1">
                <a:solidFill>
                  <a:srgbClr val="FFFF00"/>
                </a:solidFill>
                <a:latin typeface="Merriweather" panose="00000500000000000000" pitchFamily="2" charset="0"/>
                <a:ea typeface="Malgun Gothic" panose="020B0503020000020004" pitchFamily="34" charset="-127"/>
                <a:cs typeface="DM Sans"/>
                <a:sym typeface="DM Sans"/>
              </a:rPr>
              <a:t>nguyên</a:t>
            </a:r>
            <a:r>
              <a:rPr lang="en-US" sz="3000" b="0" dirty="0">
                <a:solidFill>
                  <a:srgbClr val="FFFF00"/>
                </a:solidFill>
                <a:latin typeface="Merriweather" panose="00000500000000000000" pitchFamily="2" charset="0"/>
                <a:ea typeface="Malgun Gothic" panose="020B0503020000020004" pitchFamily="34" charset="-127"/>
                <a:cs typeface="DM Sans"/>
                <a:sym typeface="DM Sans"/>
              </a:rPr>
              <a:t> </a:t>
            </a:r>
            <a:r>
              <a:rPr lang="en-US" sz="3000" b="0" dirty="0" err="1">
                <a:solidFill>
                  <a:srgbClr val="FFFF00"/>
                </a:solidFill>
                <a:latin typeface="Merriweather" panose="00000500000000000000" pitchFamily="2" charset="0"/>
                <a:ea typeface="Malgun Gothic" panose="020B0503020000020004" pitchFamily="34" charset="-127"/>
                <a:cs typeface="DM Sans"/>
                <a:sym typeface="DM Sans"/>
              </a:rPr>
              <a:t>số</a:t>
            </a:r>
            <a:endParaRPr sz="3000" b="0" dirty="0">
              <a:solidFill>
                <a:srgbClr val="FFFF00"/>
              </a:solidFill>
              <a:latin typeface="Merriweather" panose="00000500000000000000" pitchFamily="2" charset="0"/>
              <a:ea typeface="Malgun Gothic" panose="020B0503020000020004" pitchFamily="34" charset="-127"/>
              <a:cs typeface="DM Sans"/>
              <a:sym typeface="DM Sans"/>
            </a:endParaRPr>
          </a:p>
        </p:txBody>
      </p:sp>
      <p:sp>
        <p:nvSpPr>
          <p:cNvPr id="87" name="Google Shape;87;p13"/>
          <p:cNvSpPr txBox="1"/>
          <p:nvPr/>
        </p:nvSpPr>
        <p:spPr>
          <a:xfrm>
            <a:off x="6539307" y="2782684"/>
            <a:ext cx="4936800" cy="1292631"/>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7200" b="1" dirty="0" err="1">
                <a:solidFill>
                  <a:srgbClr val="FFF9E5"/>
                </a:solidFill>
                <a:latin typeface="Merriweather"/>
                <a:ea typeface="Merriweather"/>
                <a:cs typeface="Merriweather"/>
                <a:sym typeface="Merriweather"/>
              </a:rPr>
              <a:t>chân</a:t>
            </a:r>
            <a:r>
              <a:rPr lang="en-US" sz="7200" b="1" dirty="0">
                <a:solidFill>
                  <a:srgbClr val="FFF9E5"/>
                </a:solidFill>
                <a:latin typeface="Merriweather"/>
                <a:ea typeface="Merriweather"/>
                <a:cs typeface="Merriweather"/>
                <a:sym typeface="Merriweather"/>
              </a:rPr>
              <a:t> </a:t>
            </a:r>
            <a:r>
              <a:rPr lang="en-US" sz="7200" b="1" dirty="0" err="1">
                <a:solidFill>
                  <a:srgbClr val="FFF9E5"/>
                </a:solidFill>
                <a:latin typeface="Merriweather"/>
                <a:ea typeface="Merriweather"/>
                <a:cs typeface="Merriweather"/>
                <a:sym typeface="Merriweather"/>
              </a:rPr>
              <a:t>lý</a:t>
            </a:r>
            <a:endParaRPr dirty="0"/>
          </a:p>
        </p:txBody>
      </p:sp>
      <p:sp>
        <p:nvSpPr>
          <p:cNvPr id="88" name="Google Shape;88;p13"/>
          <p:cNvSpPr txBox="1"/>
          <p:nvPr/>
        </p:nvSpPr>
        <p:spPr>
          <a:xfrm>
            <a:off x="1270182" y="1535134"/>
            <a:ext cx="4158900" cy="1292631"/>
          </a:xfrm>
          <a:prstGeom prst="rect">
            <a:avLst/>
          </a:prstGeom>
          <a:solidFill>
            <a:srgbClr val="FFF9E5"/>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7200" b="1" dirty="0">
                <a:solidFill>
                  <a:schemeClr val="dk2"/>
                </a:solidFill>
                <a:latin typeface="Merriweather"/>
                <a:ea typeface="Merriweather"/>
                <a:cs typeface="Merriweather"/>
                <a:sym typeface="Merriweather"/>
              </a:rPr>
              <a:t>Lý </a:t>
            </a:r>
            <a:r>
              <a:rPr lang="en-US" sz="7200" b="1" dirty="0" err="1">
                <a:solidFill>
                  <a:schemeClr val="dk2"/>
                </a:solidFill>
                <a:latin typeface="Merriweather"/>
                <a:ea typeface="Merriweather"/>
                <a:cs typeface="Merriweather"/>
                <a:sym typeface="Merriweather"/>
              </a:rPr>
              <a:t>luận</a:t>
            </a:r>
            <a:endParaRPr dirty="0">
              <a:solidFill>
                <a:schemeClr val="dk2"/>
              </a:solidFill>
            </a:endParaRPr>
          </a:p>
        </p:txBody>
      </p:sp>
      <p:sp>
        <p:nvSpPr>
          <p:cNvPr id="89" name="Google Shape;89;p13"/>
          <p:cNvSpPr txBox="1"/>
          <p:nvPr/>
        </p:nvSpPr>
        <p:spPr>
          <a:xfrm>
            <a:off x="5429082" y="2782684"/>
            <a:ext cx="1242900" cy="1293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7200" b="1">
                <a:solidFill>
                  <a:srgbClr val="FFF9E5"/>
                </a:solidFill>
                <a:latin typeface="Merriweather"/>
                <a:ea typeface="Merriweather"/>
                <a:cs typeface="Merriweather"/>
                <a:sym typeface="Merriweather"/>
              </a:rPr>
              <a:t>&amp;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5">
          <a:extLst>
            <a:ext uri="{FF2B5EF4-FFF2-40B4-BE49-F238E27FC236}">
              <a16:creationId xmlns:a16="http://schemas.microsoft.com/office/drawing/2014/main" id="{534C50A9-E92E-4685-D7FA-53F0A85649B0}"/>
            </a:ext>
          </a:extLst>
        </p:cNvPr>
        <p:cNvGrpSpPr/>
        <p:nvPr/>
      </p:nvGrpSpPr>
      <p:grpSpPr>
        <a:xfrm>
          <a:off x="0" y="0"/>
          <a:ext cx="0" cy="0"/>
          <a:chOff x="0" y="0"/>
          <a:chExt cx="0" cy="0"/>
        </a:xfrm>
      </p:grpSpPr>
      <p:pic>
        <p:nvPicPr>
          <p:cNvPr id="156" name="Google Shape;156;p19" descr="image.png">
            <a:extLst>
              <a:ext uri="{FF2B5EF4-FFF2-40B4-BE49-F238E27FC236}">
                <a16:creationId xmlns:a16="http://schemas.microsoft.com/office/drawing/2014/main" id="{2597EAD1-48BB-B6F7-8097-ADD3F364C5A9}"/>
              </a:ext>
            </a:extLst>
          </p:cNvPr>
          <p:cNvPicPr preferRelativeResize="0"/>
          <p:nvPr/>
        </p:nvPicPr>
        <p:blipFill rotWithShape="1">
          <a:blip r:embed="rId3">
            <a:alphaModFix/>
          </a:blip>
          <a:srcRect/>
          <a:stretch/>
        </p:blipFill>
        <p:spPr>
          <a:xfrm>
            <a:off x="0" y="80225"/>
            <a:ext cx="12192000" cy="6858000"/>
          </a:xfrm>
          <a:prstGeom prst="rect">
            <a:avLst/>
          </a:prstGeom>
          <a:noFill/>
          <a:ln>
            <a:noFill/>
          </a:ln>
        </p:spPr>
      </p:pic>
      <p:sp>
        <p:nvSpPr>
          <p:cNvPr id="157" name="Google Shape;157;p19">
            <a:extLst>
              <a:ext uri="{FF2B5EF4-FFF2-40B4-BE49-F238E27FC236}">
                <a16:creationId xmlns:a16="http://schemas.microsoft.com/office/drawing/2014/main" id="{B203468D-76B7-E654-15EA-751087FC8577}"/>
              </a:ext>
            </a:extLst>
          </p:cNvPr>
          <p:cNvSpPr/>
          <p:nvPr/>
        </p:nvSpPr>
        <p:spPr>
          <a:xfrm>
            <a:off x="5381625" y="2543175"/>
            <a:ext cx="1428750" cy="57150"/>
          </a:xfrm>
          <a:prstGeom prst="rect">
            <a:avLst/>
          </a:prstGeom>
          <a:solidFill>
            <a:srgbClr val="D4AF3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8" name="Google Shape;158;p19">
            <a:extLst>
              <a:ext uri="{FF2B5EF4-FFF2-40B4-BE49-F238E27FC236}">
                <a16:creationId xmlns:a16="http://schemas.microsoft.com/office/drawing/2014/main" id="{45A36D9B-20FB-9743-9C0F-96B87F3E8B9E}"/>
              </a:ext>
            </a:extLst>
          </p:cNvPr>
          <p:cNvSpPr txBox="1"/>
          <p:nvPr/>
        </p:nvSpPr>
        <p:spPr>
          <a:xfrm>
            <a:off x="2346284" y="2600325"/>
            <a:ext cx="7820977" cy="150810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800" b="1" dirty="0" err="1">
                <a:solidFill>
                  <a:srgbClr val="003366"/>
                </a:solidFill>
                <a:latin typeface="Merriweather"/>
                <a:sym typeface="Merriweather"/>
              </a:rPr>
              <a:t>Hiện</a:t>
            </a:r>
            <a:r>
              <a:rPr lang="en-US" sz="4800" b="1" dirty="0">
                <a:solidFill>
                  <a:srgbClr val="003366"/>
                </a:solidFill>
                <a:latin typeface="Merriweather"/>
                <a:sym typeface="Merriweather"/>
              </a:rPr>
              <a:t> </a:t>
            </a:r>
            <a:r>
              <a:rPr lang="en-US" sz="4800" b="1" dirty="0" err="1">
                <a:solidFill>
                  <a:srgbClr val="003366"/>
                </a:solidFill>
                <a:latin typeface="Merriweather"/>
                <a:sym typeface="Merriweather"/>
              </a:rPr>
              <a:t>trạng</a:t>
            </a:r>
            <a:r>
              <a:rPr lang="en-US" sz="4800" b="1" dirty="0">
                <a:solidFill>
                  <a:srgbClr val="003366"/>
                </a:solidFill>
                <a:latin typeface="Merriweather"/>
                <a:sym typeface="Merriweather"/>
              </a:rPr>
              <a:t> </a:t>
            </a:r>
            <a:r>
              <a:rPr lang="en-US" sz="4800" b="1" dirty="0" err="1">
                <a:solidFill>
                  <a:srgbClr val="003366"/>
                </a:solidFill>
                <a:latin typeface="Merriweather"/>
                <a:sym typeface="Merriweather"/>
              </a:rPr>
              <a:t>hiện</a:t>
            </a:r>
            <a:r>
              <a:rPr lang="en-US" sz="4800" b="1" dirty="0">
                <a:solidFill>
                  <a:srgbClr val="003366"/>
                </a:solidFill>
                <a:latin typeface="Merriweather"/>
                <a:sym typeface="Merriweather"/>
              </a:rPr>
              <a:t> nay</a:t>
            </a:r>
          </a:p>
          <a:p>
            <a:pPr algn="ctr"/>
            <a:r>
              <a:rPr lang="vi-VN" sz="1800" b="1" dirty="0">
                <a:solidFill>
                  <a:srgbClr val="003366"/>
                </a:solidFill>
                <a:latin typeface="Merriweather" panose="00000500000000000000" pitchFamily="2" charset="0"/>
                <a:ea typeface="Merriweather"/>
                <a:cs typeface="Merriweather"/>
                <a:sym typeface="Merriweather"/>
              </a:rPr>
              <a:t>Xác định chân lý trong một xã hội bất định: Điều mang lại lợi ích hay được đám đông chấp nhận?</a:t>
            </a:r>
            <a:endParaRPr lang="vi-VN" sz="1000" dirty="0">
              <a:latin typeface="Merriweather" panose="00000500000000000000" pitchFamily="2" charset="0"/>
            </a:endParaRPr>
          </a:p>
          <a:p>
            <a:pPr marL="0" marR="0" lvl="0" indent="0" algn="ctr" rtl="0">
              <a:spcBef>
                <a:spcPts val="0"/>
              </a:spcBef>
              <a:spcAft>
                <a:spcPts val="0"/>
              </a:spcAft>
              <a:buNone/>
            </a:pPr>
            <a:endParaRPr dirty="0"/>
          </a:p>
        </p:txBody>
      </p:sp>
      <p:pic>
        <p:nvPicPr>
          <p:cNvPr id="2" name="Google Shape;170;p20">
            <a:extLst>
              <a:ext uri="{FF2B5EF4-FFF2-40B4-BE49-F238E27FC236}">
                <a16:creationId xmlns:a16="http://schemas.microsoft.com/office/drawing/2014/main" id="{09BD12D4-B78B-6D59-F466-6229847A5B3C}"/>
              </a:ext>
            </a:extLst>
          </p:cNvPr>
          <p:cNvPicPr preferRelativeResize="0"/>
          <p:nvPr/>
        </p:nvPicPr>
        <p:blipFill>
          <a:blip r:embed="rId4">
            <a:alphaModFix/>
          </a:blip>
          <a:stretch>
            <a:fillRect/>
          </a:stretch>
        </p:blipFill>
        <p:spPr>
          <a:xfrm>
            <a:off x="-3624325" y="7381750"/>
            <a:ext cx="5209175" cy="6763951"/>
          </a:xfrm>
          <a:prstGeom prst="rect">
            <a:avLst/>
          </a:prstGeom>
          <a:noFill/>
          <a:ln>
            <a:noFill/>
          </a:ln>
        </p:spPr>
      </p:pic>
      <p:sp>
        <p:nvSpPr>
          <p:cNvPr id="3" name="Google Shape;166;p20">
            <a:extLst>
              <a:ext uri="{FF2B5EF4-FFF2-40B4-BE49-F238E27FC236}">
                <a16:creationId xmlns:a16="http://schemas.microsoft.com/office/drawing/2014/main" id="{E640DDDF-D049-BBD7-BA4C-7E576EC75729}"/>
              </a:ext>
            </a:extLst>
          </p:cNvPr>
          <p:cNvSpPr txBox="1"/>
          <p:nvPr/>
        </p:nvSpPr>
        <p:spPr>
          <a:xfrm>
            <a:off x="4968075" y="7624834"/>
            <a:ext cx="7639200" cy="100950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050" b="1" i="0" u="none" strike="noStrike" cap="none" dirty="0" err="1">
                <a:solidFill>
                  <a:srgbClr val="334155"/>
                </a:solidFill>
                <a:latin typeface="Merriweather" panose="00000500000000000000" pitchFamily="2" charset="0"/>
                <a:ea typeface="DM Sans"/>
                <a:cs typeface="DM Sans"/>
                <a:sym typeface="DM Sans"/>
              </a:rPr>
              <a:t>Tính</a:t>
            </a:r>
            <a:r>
              <a:rPr lang="en-US" sz="2050" b="1" i="0" u="none" strike="noStrike" cap="none" dirty="0">
                <a:solidFill>
                  <a:srgbClr val="334155"/>
                </a:solidFill>
                <a:latin typeface="Merriweather" panose="00000500000000000000" pitchFamily="2" charset="0"/>
                <a:ea typeface="DM Sans"/>
                <a:cs typeface="DM Sans"/>
                <a:sym typeface="DM Sans"/>
              </a:rPr>
              <a:t> </a:t>
            </a:r>
            <a:r>
              <a:rPr lang="en-US" sz="2050" b="1" i="0" u="none" strike="noStrike" cap="none" dirty="0" err="1">
                <a:solidFill>
                  <a:srgbClr val="334155"/>
                </a:solidFill>
                <a:latin typeface="Merriweather" panose="00000500000000000000" pitchFamily="2" charset="0"/>
                <a:ea typeface="DM Sans"/>
                <a:cs typeface="DM Sans"/>
                <a:sym typeface="DM Sans"/>
              </a:rPr>
              <a:t>Khách</a:t>
            </a:r>
            <a:r>
              <a:rPr lang="en-US" sz="2050" b="1" i="0" u="none" strike="noStrike" cap="none" dirty="0">
                <a:solidFill>
                  <a:srgbClr val="334155"/>
                </a:solidFill>
                <a:latin typeface="Merriweather" panose="00000500000000000000" pitchFamily="2" charset="0"/>
                <a:ea typeface="DM Sans"/>
                <a:cs typeface="DM Sans"/>
                <a:sym typeface="DM Sans"/>
              </a:rPr>
              <a:t> </a:t>
            </a:r>
            <a:r>
              <a:rPr lang="en-US" sz="2050" b="1" i="0" u="none" strike="noStrike" cap="none" dirty="0" err="1">
                <a:solidFill>
                  <a:srgbClr val="334155"/>
                </a:solidFill>
                <a:latin typeface="Merriweather" panose="00000500000000000000" pitchFamily="2" charset="0"/>
                <a:ea typeface="DM Sans"/>
                <a:cs typeface="DM Sans"/>
                <a:sym typeface="DM Sans"/>
              </a:rPr>
              <a:t>quan</a:t>
            </a:r>
            <a:r>
              <a:rPr lang="en-US" sz="2050" b="1" i="0" u="none" strike="noStrike" cap="none" dirty="0">
                <a:solidFill>
                  <a:srgbClr val="334155"/>
                </a:solidFill>
                <a:latin typeface="Merriweather" panose="00000500000000000000" pitchFamily="2" charset="0"/>
                <a:ea typeface="DM Sans"/>
                <a:cs typeface="DM Sans"/>
                <a:sym typeface="DM Sans"/>
              </a:rPr>
              <a:t>:</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Nội</a:t>
            </a:r>
            <a:r>
              <a:rPr lang="en-US" sz="2050" b="0" i="0" u="none" strike="noStrike" cap="none" dirty="0">
                <a:solidFill>
                  <a:srgbClr val="334155"/>
                </a:solidFill>
                <a:latin typeface="Merriweather" panose="00000500000000000000" pitchFamily="2" charset="0"/>
                <a:ea typeface="DM Sans"/>
                <a:cs typeface="DM Sans"/>
                <a:sym typeface="DM Sans"/>
              </a:rPr>
              <a:t> dung </a:t>
            </a:r>
            <a:r>
              <a:rPr lang="en-US" sz="2050" b="0" i="0" u="none" strike="noStrike" cap="none" dirty="0" err="1">
                <a:solidFill>
                  <a:srgbClr val="334155"/>
                </a:solidFill>
                <a:latin typeface="Merriweather" panose="00000500000000000000" pitchFamily="2" charset="0"/>
                <a:ea typeface="DM Sans"/>
                <a:cs typeface="DM Sans"/>
                <a:sym typeface="DM Sans"/>
              </a:rPr>
              <a:t>phản</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ánh</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đúng</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hiện</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thực</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không</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phụ</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thuộc</a:t>
            </a:r>
            <a:r>
              <a:rPr lang="en-US" sz="2050" b="0" i="0" u="none" strike="noStrike" cap="none" dirty="0">
                <a:solidFill>
                  <a:srgbClr val="334155"/>
                </a:solidFill>
                <a:latin typeface="Merriweather" panose="00000500000000000000" pitchFamily="2" charset="0"/>
                <a:ea typeface="DM Sans"/>
                <a:cs typeface="DM Sans"/>
                <a:sym typeface="DM Sans"/>
              </a:rPr>
              <a:t> con </a:t>
            </a:r>
            <a:r>
              <a:rPr lang="en-US" sz="2050" b="0" i="0" u="none" strike="noStrike" cap="none" dirty="0" err="1">
                <a:solidFill>
                  <a:srgbClr val="334155"/>
                </a:solidFill>
                <a:latin typeface="Merriweather" panose="00000500000000000000" pitchFamily="2" charset="0"/>
                <a:ea typeface="DM Sans"/>
                <a:cs typeface="DM Sans"/>
                <a:sym typeface="DM Sans"/>
              </a:rPr>
              <a:t>người</a:t>
            </a:r>
            <a:r>
              <a:rPr lang="en-US" sz="2050" b="0" i="0" u="none" strike="noStrike" cap="none" dirty="0">
                <a:solidFill>
                  <a:srgbClr val="334155"/>
                </a:solidFill>
                <a:latin typeface="Merriweather" panose="00000500000000000000" pitchFamily="2" charset="0"/>
                <a:ea typeface="DM Sans"/>
                <a:cs typeface="DM Sans"/>
                <a:sym typeface="DM Sans"/>
              </a:rPr>
              <a:t> hay </a:t>
            </a:r>
            <a:r>
              <a:rPr lang="en-US" sz="2050" b="0" i="0" u="none" strike="noStrike" cap="none" dirty="0" err="1">
                <a:solidFill>
                  <a:srgbClr val="334155"/>
                </a:solidFill>
                <a:latin typeface="Merriweather" panose="00000500000000000000" pitchFamily="2" charset="0"/>
                <a:ea typeface="DM Sans"/>
                <a:cs typeface="DM Sans"/>
                <a:sym typeface="DM Sans"/>
              </a:rPr>
              <a:t>số</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đông</a:t>
            </a:r>
            <a:r>
              <a:rPr lang="en-US" sz="2050" b="0" i="0" u="none" strike="noStrike" cap="none" dirty="0">
                <a:solidFill>
                  <a:srgbClr val="334155"/>
                </a:solidFill>
                <a:latin typeface="Merriweather" panose="00000500000000000000" pitchFamily="2" charset="0"/>
                <a:ea typeface="DM Sans"/>
                <a:cs typeface="DM Sans"/>
                <a:sym typeface="DM Sans"/>
              </a:rPr>
              <a:t>.</a:t>
            </a:r>
            <a:endParaRPr sz="1800" dirty="0">
              <a:latin typeface="Merriweather" panose="00000500000000000000" pitchFamily="2" charset="0"/>
            </a:endParaRPr>
          </a:p>
        </p:txBody>
      </p:sp>
      <p:sp>
        <p:nvSpPr>
          <p:cNvPr id="4" name="Google Shape;167;p20">
            <a:extLst>
              <a:ext uri="{FF2B5EF4-FFF2-40B4-BE49-F238E27FC236}">
                <a16:creationId xmlns:a16="http://schemas.microsoft.com/office/drawing/2014/main" id="{B53ADE19-601A-9136-3799-0844D3ADF158}"/>
              </a:ext>
            </a:extLst>
          </p:cNvPr>
          <p:cNvSpPr txBox="1"/>
          <p:nvPr/>
        </p:nvSpPr>
        <p:spPr>
          <a:xfrm>
            <a:off x="7390125" y="10264780"/>
            <a:ext cx="6257100" cy="100950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050" b="1" i="0" u="none" strike="noStrike" cap="none" dirty="0" err="1">
                <a:solidFill>
                  <a:srgbClr val="334155"/>
                </a:solidFill>
                <a:latin typeface="Merriweather" panose="00000500000000000000" pitchFamily="2" charset="0"/>
                <a:ea typeface="DM Sans"/>
                <a:cs typeface="DM Sans"/>
                <a:sym typeface="DM Sans"/>
              </a:rPr>
              <a:t>Tính</a:t>
            </a:r>
            <a:r>
              <a:rPr lang="en-US" sz="2050" b="1" i="0" u="none" strike="noStrike" cap="none" dirty="0">
                <a:solidFill>
                  <a:srgbClr val="334155"/>
                </a:solidFill>
                <a:latin typeface="Merriweather" panose="00000500000000000000" pitchFamily="2" charset="0"/>
                <a:ea typeface="DM Sans"/>
                <a:cs typeface="DM Sans"/>
                <a:sym typeface="DM Sans"/>
              </a:rPr>
              <a:t> </a:t>
            </a:r>
            <a:r>
              <a:rPr lang="en-US" sz="2050" b="1" i="0" u="none" strike="noStrike" cap="none" dirty="0" err="1">
                <a:solidFill>
                  <a:srgbClr val="334155"/>
                </a:solidFill>
                <a:latin typeface="Merriweather" panose="00000500000000000000" pitchFamily="2" charset="0"/>
                <a:ea typeface="DM Sans"/>
                <a:cs typeface="DM Sans"/>
                <a:sym typeface="DM Sans"/>
              </a:rPr>
              <a:t>Cụ</a:t>
            </a:r>
            <a:r>
              <a:rPr lang="en-US" sz="2050" b="1" i="0" u="none" strike="noStrike" cap="none" dirty="0">
                <a:solidFill>
                  <a:srgbClr val="334155"/>
                </a:solidFill>
                <a:latin typeface="Merriweather" panose="00000500000000000000" pitchFamily="2" charset="0"/>
                <a:ea typeface="DM Sans"/>
                <a:cs typeface="DM Sans"/>
                <a:sym typeface="DM Sans"/>
              </a:rPr>
              <a:t> </a:t>
            </a:r>
            <a:r>
              <a:rPr lang="en-US" sz="2050" b="1" i="0" u="none" strike="noStrike" cap="none" dirty="0" err="1">
                <a:solidFill>
                  <a:srgbClr val="334155"/>
                </a:solidFill>
                <a:latin typeface="Merriweather" panose="00000500000000000000" pitchFamily="2" charset="0"/>
                <a:ea typeface="DM Sans"/>
                <a:cs typeface="DM Sans"/>
                <a:sym typeface="DM Sans"/>
              </a:rPr>
              <a:t>thể</a:t>
            </a:r>
            <a:r>
              <a:rPr lang="en-US" sz="2050" b="1" i="0" u="none" strike="noStrike" cap="none" dirty="0">
                <a:solidFill>
                  <a:srgbClr val="334155"/>
                </a:solidFill>
                <a:latin typeface="Merriweather" panose="00000500000000000000" pitchFamily="2" charset="0"/>
                <a:ea typeface="DM Sans"/>
                <a:cs typeface="DM Sans"/>
                <a:sym typeface="DM Sans"/>
              </a:rPr>
              <a:t>:</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Gắn</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liền</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điều</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kiện</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không</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gian</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thời</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gian</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và</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hoàn</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cảnh</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lịch</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sử</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xác</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định</a:t>
            </a:r>
            <a:r>
              <a:rPr lang="en-US" sz="2050" b="0" i="0" u="none" strike="noStrike" cap="none" dirty="0">
                <a:solidFill>
                  <a:srgbClr val="334155"/>
                </a:solidFill>
                <a:latin typeface="Merriweather" panose="00000500000000000000" pitchFamily="2" charset="0"/>
                <a:ea typeface="DM Sans"/>
                <a:cs typeface="DM Sans"/>
                <a:sym typeface="DM Sans"/>
              </a:rPr>
              <a:t>.</a:t>
            </a:r>
            <a:endParaRPr sz="1800" dirty="0">
              <a:latin typeface="Merriweather" panose="00000500000000000000" pitchFamily="2" charset="0"/>
            </a:endParaRPr>
          </a:p>
        </p:txBody>
      </p:sp>
      <p:sp>
        <p:nvSpPr>
          <p:cNvPr id="5" name="Google Shape;168;p20">
            <a:extLst>
              <a:ext uri="{FF2B5EF4-FFF2-40B4-BE49-F238E27FC236}">
                <a16:creationId xmlns:a16="http://schemas.microsoft.com/office/drawing/2014/main" id="{85BBD398-FA59-34AA-0436-A64548D12B16}"/>
              </a:ext>
            </a:extLst>
          </p:cNvPr>
          <p:cNvSpPr txBox="1"/>
          <p:nvPr/>
        </p:nvSpPr>
        <p:spPr>
          <a:xfrm>
            <a:off x="12363825" y="12378783"/>
            <a:ext cx="6320400" cy="100950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050" b="1" i="0" u="none" strike="noStrike" cap="none" dirty="0" err="1">
                <a:solidFill>
                  <a:srgbClr val="334155"/>
                </a:solidFill>
                <a:latin typeface="Merriweather" panose="00000500000000000000" pitchFamily="2" charset="0"/>
                <a:ea typeface="DM Sans"/>
                <a:cs typeface="DM Sans"/>
                <a:sym typeface="DM Sans"/>
              </a:rPr>
              <a:t>Tính</a:t>
            </a:r>
            <a:r>
              <a:rPr lang="en-US" sz="2050" b="1" i="0" u="none" strike="noStrike" cap="none" dirty="0">
                <a:solidFill>
                  <a:srgbClr val="334155"/>
                </a:solidFill>
                <a:latin typeface="Merriweather" panose="00000500000000000000" pitchFamily="2" charset="0"/>
                <a:ea typeface="DM Sans"/>
                <a:cs typeface="DM Sans"/>
                <a:sym typeface="DM Sans"/>
              </a:rPr>
              <a:t> </a:t>
            </a:r>
            <a:r>
              <a:rPr lang="en-US" sz="2050" b="1" i="0" u="none" strike="noStrike" cap="none" dirty="0" err="1">
                <a:solidFill>
                  <a:srgbClr val="334155"/>
                </a:solidFill>
                <a:latin typeface="Merriweather" panose="00000500000000000000" pitchFamily="2" charset="0"/>
                <a:ea typeface="DM Sans"/>
                <a:cs typeface="DM Sans"/>
                <a:sym typeface="DM Sans"/>
              </a:rPr>
              <a:t>Tương</a:t>
            </a:r>
            <a:r>
              <a:rPr lang="en-US" sz="2050" b="1" i="0" u="none" strike="noStrike" cap="none" dirty="0">
                <a:solidFill>
                  <a:srgbClr val="334155"/>
                </a:solidFill>
                <a:latin typeface="Merriweather" panose="00000500000000000000" pitchFamily="2" charset="0"/>
                <a:ea typeface="DM Sans"/>
                <a:cs typeface="DM Sans"/>
                <a:sym typeface="DM Sans"/>
              </a:rPr>
              <a:t> </a:t>
            </a:r>
            <a:r>
              <a:rPr lang="en-US" sz="2050" b="1" i="0" u="none" strike="noStrike" cap="none" dirty="0" err="1">
                <a:solidFill>
                  <a:srgbClr val="334155"/>
                </a:solidFill>
                <a:latin typeface="Merriweather" panose="00000500000000000000" pitchFamily="2" charset="0"/>
                <a:ea typeface="DM Sans"/>
                <a:cs typeface="DM Sans"/>
                <a:sym typeface="DM Sans"/>
              </a:rPr>
              <a:t>đối</a:t>
            </a:r>
            <a:r>
              <a:rPr lang="en-US" sz="2050" b="1" i="0" u="none" strike="noStrike" cap="none" dirty="0">
                <a:solidFill>
                  <a:srgbClr val="334155"/>
                </a:solidFill>
                <a:latin typeface="Merriweather" panose="00000500000000000000" pitchFamily="2" charset="0"/>
                <a:ea typeface="DM Sans"/>
                <a:cs typeface="DM Sans"/>
                <a:sym typeface="DM Sans"/>
              </a:rPr>
              <a:t>:</a:t>
            </a:r>
            <a:r>
              <a:rPr lang="en-US" sz="2050" b="0" i="0" u="none" strike="noStrike" cap="none" dirty="0">
                <a:solidFill>
                  <a:srgbClr val="334155"/>
                </a:solidFill>
                <a:latin typeface="Merriweather" panose="00000500000000000000" pitchFamily="2" charset="0"/>
                <a:ea typeface="DM Sans"/>
                <a:cs typeface="DM Sans"/>
                <a:sym typeface="DM Sans"/>
              </a:rPr>
              <a:t> Phản </a:t>
            </a:r>
            <a:r>
              <a:rPr lang="en-US" sz="2050" b="0" i="0" u="none" strike="noStrike" cap="none" dirty="0" err="1">
                <a:solidFill>
                  <a:srgbClr val="334155"/>
                </a:solidFill>
                <a:latin typeface="Merriweather" panose="00000500000000000000" pitchFamily="2" charset="0"/>
                <a:ea typeface="DM Sans"/>
                <a:cs typeface="DM Sans"/>
                <a:sym typeface="DM Sans"/>
              </a:rPr>
              <a:t>ánh</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đúng</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nhưng</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chưa</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đầy</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đủ</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toàn</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diện</a:t>
            </a:r>
            <a:r>
              <a:rPr lang="en-US" sz="2050" b="0" i="0" u="none" strike="noStrike" cap="none" dirty="0">
                <a:solidFill>
                  <a:srgbClr val="334155"/>
                </a:solidFill>
                <a:latin typeface="Merriweather" panose="00000500000000000000" pitchFamily="2" charset="0"/>
                <a:ea typeface="DM Sans"/>
                <a:cs typeface="DM Sans"/>
                <a:sym typeface="DM Sans"/>
              </a:rPr>
              <a:t> ở </a:t>
            </a:r>
            <a:r>
              <a:rPr lang="en-US" sz="2050" b="0" i="0" u="none" strike="noStrike" cap="none" dirty="0" err="1">
                <a:solidFill>
                  <a:srgbClr val="334155"/>
                </a:solidFill>
                <a:latin typeface="Merriweather" panose="00000500000000000000" pitchFamily="2" charset="0"/>
                <a:ea typeface="DM Sans"/>
                <a:cs typeface="DM Sans"/>
                <a:sym typeface="DM Sans"/>
              </a:rPr>
              <a:t>một</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giai</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đoạn</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giới</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hạn</a:t>
            </a:r>
            <a:r>
              <a:rPr lang="en-US" sz="2050" b="0" i="0" u="none" strike="noStrike" cap="none" dirty="0">
                <a:solidFill>
                  <a:srgbClr val="334155"/>
                </a:solidFill>
                <a:latin typeface="Merriweather" panose="00000500000000000000" pitchFamily="2" charset="0"/>
                <a:ea typeface="DM Sans"/>
                <a:cs typeface="DM Sans"/>
                <a:sym typeface="DM Sans"/>
              </a:rPr>
              <a:t>.</a:t>
            </a:r>
            <a:endParaRPr sz="1800" dirty="0">
              <a:latin typeface="Merriweather" panose="00000500000000000000" pitchFamily="2" charset="0"/>
            </a:endParaRPr>
          </a:p>
        </p:txBody>
      </p:sp>
      <p:sp>
        <p:nvSpPr>
          <p:cNvPr id="6" name="Google Shape;169;p20">
            <a:extLst>
              <a:ext uri="{FF2B5EF4-FFF2-40B4-BE49-F238E27FC236}">
                <a16:creationId xmlns:a16="http://schemas.microsoft.com/office/drawing/2014/main" id="{20A6D7B1-1F7F-0218-299B-1C1E5D991554}"/>
              </a:ext>
            </a:extLst>
          </p:cNvPr>
          <p:cNvSpPr txBox="1"/>
          <p:nvPr/>
        </p:nvSpPr>
        <p:spPr>
          <a:xfrm>
            <a:off x="15195675" y="14492786"/>
            <a:ext cx="6136500" cy="100950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050" b="1" i="0" u="none" strike="noStrike" cap="none" dirty="0" err="1">
                <a:solidFill>
                  <a:srgbClr val="334155"/>
                </a:solidFill>
                <a:latin typeface="Merriweather" panose="00000500000000000000" pitchFamily="2" charset="0"/>
                <a:ea typeface="DM Sans"/>
                <a:cs typeface="DM Sans"/>
                <a:sym typeface="DM Sans"/>
              </a:rPr>
              <a:t>Tính</a:t>
            </a:r>
            <a:r>
              <a:rPr lang="en-US" sz="2050" b="1" i="0" u="none" strike="noStrike" cap="none" dirty="0">
                <a:solidFill>
                  <a:srgbClr val="334155"/>
                </a:solidFill>
                <a:latin typeface="Merriweather" panose="00000500000000000000" pitchFamily="2" charset="0"/>
                <a:ea typeface="DM Sans"/>
                <a:cs typeface="DM Sans"/>
                <a:sym typeface="DM Sans"/>
              </a:rPr>
              <a:t> </a:t>
            </a:r>
            <a:r>
              <a:rPr lang="en-US" sz="2050" b="1" i="0" u="none" strike="noStrike" cap="none" dirty="0" err="1">
                <a:solidFill>
                  <a:srgbClr val="334155"/>
                </a:solidFill>
                <a:latin typeface="Merriweather" panose="00000500000000000000" pitchFamily="2" charset="0"/>
                <a:ea typeface="DM Sans"/>
                <a:cs typeface="DM Sans"/>
                <a:sym typeface="DM Sans"/>
              </a:rPr>
              <a:t>Tuyệt</a:t>
            </a:r>
            <a:r>
              <a:rPr lang="en-US" sz="2050" b="1" i="0" u="none" strike="noStrike" cap="none" dirty="0">
                <a:solidFill>
                  <a:srgbClr val="334155"/>
                </a:solidFill>
                <a:latin typeface="Merriweather" panose="00000500000000000000" pitchFamily="2" charset="0"/>
                <a:ea typeface="DM Sans"/>
                <a:cs typeface="DM Sans"/>
                <a:sym typeface="DM Sans"/>
              </a:rPr>
              <a:t> </a:t>
            </a:r>
            <a:r>
              <a:rPr lang="en-US" sz="2050" b="1" i="0" u="none" strike="noStrike" cap="none" dirty="0" err="1">
                <a:solidFill>
                  <a:srgbClr val="334155"/>
                </a:solidFill>
                <a:latin typeface="Merriweather" panose="00000500000000000000" pitchFamily="2" charset="0"/>
                <a:ea typeface="DM Sans"/>
                <a:cs typeface="DM Sans"/>
                <a:sym typeface="DM Sans"/>
              </a:rPr>
              <a:t>đối</a:t>
            </a:r>
            <a:r>
              <a:rPr lang="en-US" sz="2050" b="1" i="0" u="none" strike="noStrike" cap="none" dirty="0">
                <a:solidFill>
                  <a:srgbClr val="334155"/>
                </a:solidFill>
                <a:latin typeface="Merriweather" panose="00000500000000000000" pitchFamily="2" charset="0"/>
                <a:ea typeface="DM Sans"/>
                <a:cs typeface="DM Sans"/>
                <a:sym typeface="DM Sans"/>
              </a:rPr>
              <a:t>:</a:t>
            </a:r>
            <a:r>
              <a:rPr lang="en-US" sz="2050" b="0" i="0" u="none" strike="noStrike" cap="none" dirty="0">
                <a:solidFill>
                  <a:srgbClr val="334155"/>
                </a:solidFill>
                <a:latin typeface="Merriweather" panose="00000500000000000000" pitchFamily="2" charset="0"/>
                <a:ea typeface="DM Sans"/>
                <a:cs typeface="DM Sans"/>
                <a:sym typeface="DM Sans"/>
              </a:rPr>
              <a:t> Phản </a:t>
            </a:r>
            <a:r>
              <a:rPr lang="en-US" sz="2050" b="0" i="0" u="none" strike="noStrike" cap="none" dirty="0" err="1">
                <a:solidFill>
                  <a:srgbClr val="334155"/>
                </a:solidFill>
                <a:latin typeface="Merriweather" panose="00000500000000000000" pitchFamily="2" charset="0"/>
                <a:ea typeface="DM Sans"/>
                <a:cs typeface="DM Sans"/>
                <a:sym typeface="DM Sans"/>
              </a:rPr>
              <a:t>ánh</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đầy</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đủ</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hiện</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thực</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khách</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quan</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là</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tổng</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số</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các</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chân</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lý</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tương</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đối</a:t>
            </a:r>
            <a:r>
              <a:rPr lang="en-US" sz="2050" b="0" i="0" u="none" strike="noStrike" cap="none" dirty="0">
                <a:solidFill>
                  <a:srgbClr val="334155"/>
                </a:solidFill>
                <a:latin typeface="Merriweather" panose="00000500000000000000" pitchFamily="2" charset="0"/>
                <a:ea typeface="DM Sans"/>
                <a:cs typeface="DM Sans"/>
                <a:sym typeface="DM Sans"/>
              </a:rPr>
              <a:t>).</a:t>
            </a:r>
            <a:endParaRPr sz="1800" dirty="0">
              <a:latin typeface="Merriweather" panose="00000500000000000000" pitchFamily="2" charset="0"/>
            </a:endParaRPr>
          </a:p>
        </p:txBody>
      </p:sp>
      <p:sp>
        <p:nvSpPr>
          <p:cNvPr id="11" name="Google Shape;164;p20">
            <a:extLst>
              <a:ext uri="{FF2B5EF4-FFF2-40B4-BE49-F238E27FC236}">
                <a16:creationId xmlns:a16="http://schemas.microsoft.com/office/drawing/2014/main" id="{C4F1793D-96E7-15C2-DD01-DC7A6F6E74DE}"/>
              </a:ext>
            </a:extLst>
          </p:cNvPr>
          <p:cNvSpPr txBox="1"/>
          <p:nvPr/>
        </p:nvSpPr>
        <p:spPr>
          <a:xfrm>
            <a:off x="13521149" y="303738"/>
            <a:ext cx="7513800" cy="1107996"/>
          </a:xfrm>
          <a:prstGeom prst="rect">
            <a:avLst/>
          </a:prstGeom>
          <a:noFill/>
          <a:ln>
            <a:noFill/>
          </a:ln>
        </p:spPr>
        <p:txBody>
          <a:bodyPr spcFirstLastPara="1" wrap="square" lIns="0" tIns="0" rIns="0" bIns="0" anchor="t" anchorCtr="0">
            <a:spAutoFit/>
          </a:bodyPr>
          <a:lstStyle/>
          <a:p>
            <a:pPr lvl="0"/>
            <a:r>
              <a:rPr lang="vi-VN" sz="3600" b="1" dirty="0">
                <a:solidFill>
                  <a:srgbClr val="003366"/>
                </a:solidFill>
                <a:latin typeface="Merriweather" panose="00000500000000000000" pitchFamily="2" charset="0"/>
                <a:ea typeface="Merriweather"/>
                <a:cs typeface="Merriweather"/>
                <a:sym typeface="Merriweather"/>
              </a:rPr>
              <a:t>Thực trạng "Biển thông tin" và Hai cái bẫy nhận thức</a:t>
            </a:r>
            <a:endParaRPr lang="vi-VN" dirty="0">
              <a:latin typeface="Merriweather" panose="00000500000000000000" pitchFamily="2" charset="0"/>
            </a:endParaRPr>
          </a:p>
        </p:txBody>
      </p:sp>
    </p:spTree>
    <p:extLst>
      <p:ext uri="{BB962C8B-B14F-4D97-AF65-F5344CB8AC3E}">
        <p14:creationId xmlns:p14="http://schemas.microsoft.com/office/powerpoint/2010/main" val="13210230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mph" presetSubtype="0" fill="hold" nodeType="clickEffect">
                                  <p:stCondLst>
                                    <p:cond delay="0"/>
                                  </p:stCondLst>
                                  <p:iterate type="lt">
                                    <p:tmPct val="10000"/>
                                  </p:iterate>
                                  <p:childTnLst>
                                    <p:animMotion origin="layout" path="M 0.0 0.0 L 0.0 -0.07213" pathEditMode="relative" ptsTypes="">
                                      <p:cBhvr>
                                        <p:cTn id="6" dur="250" accel="50000" decel="50000" autoRev="1" fill="hold">
                                          <p:stCondLst>
                                            <p:cond delay="0"/>
                                          </p:stCondLst>
                                        </p:cTn>
                                        <p:tgtEl>
                                          <p:spTgt spid="158">
                                            <p:txEl>
                                              <p:pRg st="0" end="0"/>
                                            </p:txEl>
                                          </p:spTgt>
                                        </p:tgtEl>
                                        <p:attrNameLst>
                                          <p:attrName>ppt_x</p:attrName>
                                          <p:attrName>ppt_y</p:attrName>
                                        </p:attrNameLst>
                                      </p:cBhvr>
                                    </p:animMotion>
                                    <p:animRot by="1500000">
                                      <p:cBhvr>
                                        <p:cTn id="7" dur="125" fill="hold">
                                          <p:stCondLst>
                                            <p:cond delay="0"/>
                                          </p:stCondLst>
                                        </p:cTn>
                                        <p:tgtEl>
                                          <p:spTgt spid="158">
                                            <p:txEl>
                                              <p:pRg st="0" end="0"/>
                                            </p:txEl>
                                          </p:spTgt>
                                        </p:tgtEl>
                                        <p:attrNameLst>
                                          <p:attrName>r</p:attrName>
                                        </p:attrNameLst>
                                      </p:cBhvr>
                                    </p:animRot>
                                    <p:animRot by="-1500000">
                                      <p:cBhvr>
                                        <p:cTn id="8" dur="125" fill="hold">
                                          <p:stCondLst>
                                            <p:cond delay="125"/>
                                          </p:stCondLst>
                                        </p:cTn>
                                        <p:tgtEl>
                                          <p:spTgt spid="158">
                                            <p:txEl>
                                              <p:pRg st="0" end="0"/>
                                            </p:txEl>
                                          </p:spTgt>
                                        </p:tgtEl>
                                        <p:attrNameLst>
                                          <p:attrName>r</p:attrName>
                                        </p:attrNameLst>
                                      </p:cBhvr>
                                    </p:animRot>
                                    <p:animRot by="-1500000">
                                      <p:cBhvr>
                                        <p:cTn id="9" dur="125" fill="hold">
                                          <p:stCondLst>
                                            <p:cond delay="250"/>
                                          </p:stCondLst>
                                        </p:cTn>
                                        <p:tgtEl>
                                          <p:spTgt spid="158">
                                            <p:txEl>
                                              <p:pRg st="0" end="0"/>
                                            </p:txEl>
                                          </p:spTgt>
                                        </p:tgtEl>
                                        <p:attrNameLst>
                                          <p:attrName>r</p:attrName>
                                        </p:attrNameLst>
                                      </p:cBhvr>
                                    </p:animRot>
                                    <p:animRot by="1500000">
                                      <p:cBhvr>
                                        <p:cTn id="10" dur="125" fill="hold">
                                          <p:stCondLst>
                                            <p:cond delay="375"/>
                                          </p:stCondLst>
                                        </p:cTn>
                                        <p:tgtEl>
                                          <p:spTgt spid="158">
                                            <p:txEl>
                                              <p:pRg st="0" end="0"/>
                                            </p:txEl>
                                          </p:spTgt>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9E103D7D-4A0D-7178-EACA-1C73BB7EC188}"/>
            </a:ext>
          </a:extLst>
        </p:cNvPr>
        <p:cNvGrpSpPr/>
        <p:nvPr/>
      </p:nvGrpSpPr>
      <p:grpSpPr>
        <a:xfrm>
          <a:off x="0" y="0"/>
          <a:ext cx="0" cy="0"/>
          <a:chOff x="0" y="0"/>
          <a:chExt cx="0" cy="0"/>
        </a:xfrm>
      </p:grpSpPr>
      <p:pic>
        <p:nvPicPr>
          <p:cNvPr id="163" name="Google Shape;163;p20" descr="image.png">
            <a:extLst>
              <a:ext uri="{FF2B5EF4-FFF2-40B4-BE49-F238E27FC236}">
                <a16:creationId xmlns:a16="http://schemas.microsoft.com/office/drawing/2014/main" id="{2A213F77-8044-FA0F-CF28-E8025D56AA57}"/>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64" name="Google Shape;164;p20">
            <a:extLst>
              <a:ext uri="{FF2B5EF4-FFF2-40B4-BE49-F238E27FC236}">
                <a16:creationId xmlns:a16="http://schemas.microsoft.com/office/drawing/2014/main" id="{850DD24D-151D-17D8-38D0-92CD362F28D6}"/>
              </a:ext>
            </a:extLst>
          </p:cNvPr>
          <p:cNvSpPr txBox="1"/>
          <p:nvPr/>
        </p:nvSpPr>
        <p:spPr>
          <a:xfrm>
            <a:off x="4223748" y="368610"/>
            <a:ext cx="7513800" cy="86177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vi-VN" sz="2800" b="1" i="0" u="none" strike="noStrike" cap="none" dirty="0">
                <a:solidFill>
                  <a:srgbClr val="003366"/>
                </a:solidFill>
                <a:latin typeface="Merriweather" panose="00000500000000000000" pitchFamily="2" charset="0"/>
                <a:ea typeface="Merriweather"/>
                <a:cs typeface="Merriweather"/>
                <a:sym typeface="Merriweather"/>
              </a:rPr>
              <a:t>Thực trạng "Biển thông tin" và Hai cái bẫy nhận thức</a:t>
            </a:r>
            <a:endParaRPr sz="1100" dirty="0">
              <a:latin typeface="Merriweather" panose="00000500000000000000" pitchFamily="2" charset="0"/>
            </a:endParaRPr>
          </a:p>
        </p:txBody>
      </p:sp>
      <p:sp>
        <p:nvSpPr>
          <p:cNvPr id="165" name="Google Shape;165;p20">
            <a:extLst>
              <a:ext uri="{FF2B5EF4-FFF2-40B4-BE49-F238E27FC236}">
                <a16:creationId xmlns:a16="http://schemas.microsoft.com/office/drawing/2014/main" id="{D7D84C23-D850-7CC7-06D4-6E63ED4B1B0E}"/>
              </a:ext>
            </a:extLst>
          </p:cNvPr>
          <p:cNvSpPr/>
          <p:nvPr/>
        </p:nvSpPr>
        <p:spPr>
          <a:xfrm>
            <a:off x="4015075" y="420488"/>
            <a:ext cx="50100" cy="523800"/>
          </a:xfrm>
          <a:prstGeom prst="rect">
            <a:avLst/>
          </a:prstGeom>
          <a:solidFill>
            <a:srgbClr val="D4AF3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erriweather" panose="00000500000000000000" pitchFamily="2" charset="0"/>
              <a:ea typeface="Calibri"/>
              <a:cs typeface="Calibri"/>
              <a:sym typeface="Calibri"/>
            </a:endParaRPr>
          </a:p>
        </p:txBody>
      </p:sp>
      <p:sp>
        <p:nvSpPr>
          <p:cNvPr id="166" name="Google Shape;166;p20">
            <a:extLst>
              <a:ext uri="{FF2B5EF4-FFF2-40B4-BE49-F238E27FC236}">
                <a16:creationId xmlns:a16="http://schemas.microsoft.com/office/drawing/2014/main" id="{FE074AAF-F2FD-CA19-4777-67B400B74B05}"/>
              </a:ext>
            </a:extLst>
          </p:cNvPr>
          <p:cNvSpPr txBox="1"/>
          <p:nvPr/>
        </p:nvSpPr>
        <p:spPr>
          <a:xfrm>
            <a:off x="4223748" y="1397892"/>
            <a:ext cx="7639200" cy="100950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050" i="0" u="none" strike="noStrike" cap="none" dirty="0" err="1">
                <a:solidFill>
                  <a:srgbClr val="334155"/>
                </a:solidFill>
                <a:latin typeface="Merriweather" panose="00000500000000000000" pitchFamily="2" charset="0"/>
                <a:ea typeface="DM Sans"/>
                <a:cs typeface="DM Sans"/>
                <a:sym typeface="DM Sans"/>
              </a:rPr>
              <a:t>Mỗi</a:t>
            </a:r>
            <a:r>
              <a:rPr lang="en-US" sz="2050" i="0" u="none" strike="noStrike" cap="none" dirty="0">
                <a:solidFill>
                  <a:srgbClr val="334155"/>
                </a:solidFill>
                <a:latin typeface="Merriweather" panose="00000500000000000000" pitchFamily="2" charset="0"/>
                <a:ea typeface="DM Sans"/>
                <a:cs typeface="DM Sans"/>
                <a:sym typeface="DM Sans"/>
              </a:rPr>
              <a:t> </a:t>
            </a:r>
            <a:r>
              <a:rPr lang="en-US" sz="2050" i="0" u="none" strike="noStrike" cap="none" dirty="0" err="1">
                <a:solidFill>
                  <a:srgbClr val="334155"/>
                </a:solidFill>
                <a:latin typeface="Merriweather" panose="00000500000000000000" pitchFamily="2" charset="0"/>
                <a:ea typeface="DM Sans"/>
                <a:cs typeface="DM Sans"/>
                <a:sym typeface="DM Sans"/>
              </a:rPr>
              <a:t>ngày</a:t>
            </a:r>
            <a:r>
              <a:rPr lang="en-US" sz="2050" i="0" u="none" strike="noStrike" cap="none" dirty="0">
                <a:solidFill>
                  <a:srgbClr val="334155"/>
                </a:solidFill>
                <a:latin typeface="Merriweather" panose="00000500000000000000" pitchFamily="2" charset="0"/>
                <a:ea typeface="DM Sans"/>
                <a:cs typeface="DM Sans"/>
                <a:sym typeface="DM Sans"/>
              </a:rPr>
              <a:t> </a:t>
            </a:r>
            <a:r>
              <a:rPr lang="en-US" sz="2050" i="0" u="none" strike="noStrike" cap="none" dirty="0" err="1">
                <a:solidFill>
                  <a:srgbClr val="334155"/>
                </a:solidFill>
                <a:latin typeface="Merriweather" panose="00000500000000000000" pitchFamily="2" charset="0"/>
                <a:ea typeface="DM Sans"/>
                <a:cs typeface="DM Sans"/>
                <a:sym typeface="DM Sans"/>
              </a:rPr>
              <a:t>trên</a:t>
            </a:r>
            <a:r>
              <a:rPr lang="en-US" sz="2050" i="0" u="none" strike="noStrike" cap="none" dirty="0">
                <a:solidFill>
                  <a:srgbClr val="334155"/>
                </a:solidFill>
                <a:latin typeface="Merriweather" panose="00000500000000000000" pitchFamily="2" charset="0"/>
                <a:ea typeface="DM Sans"/>
                <a:cs typeface="DM Sans"/>
                <a:sym typeface="DM Sans"/>
              </a:rPr>
              <a:t> </a:t>
            </a:r>
            <a:r>
              <a:rPr lang="en-US" sz="2050" i="0" u="none" strike="noStrike" cap="none" dirty="0" err="1">
                <a:solidFill>
                  <a:srgbClr val="334155"/>
                </a:solidFill>
                <a:latin typeface="Merriweather" panose="00000500000000000000" pitchFamily="2" charset="0"/>
                <a:ea typeface="DM Sans"/>
                <a:cs typeface="DM Sans"/>
                <a:sym typeface="DM Sans"/>
              </a:rPr>
              <a:t>mạng</a:t>
            </a:r>
            <a:r>
              <a:rPr lang="en-US" sz="2050" i="0" u="none" strike="noStrike" cap="none" dirty="0">
                <a:solidFill>
                  <a:srgbClr val="334155"/>
                </a:solidFill>
                <a:latin typeface="Merriweather" panose="00000500000000000000" pitchFamily="2" charset="0"/>
                <a:ea typeface="DM Sans"/>
                <a:cs typeface="DM Sans"/>
                <a:sym typeface="DM Sans"/>
              </a:rPr>
              <a:t> </a:t>
            </a:r>
            <a:r>
              <a:rPr lang="en-US" sz="2050" i="0" u="none" strike="noStrike" cap="none" dirty="0" err="1">
                <a:solidFill>
                  <a:srgbClr val="334155"/>
                </a:solidFill>
                <a:latin typeface="Merriweather" panose="00000500000000000000" pitchFamily="2" charset="0"/>
                <a:ea typeface="DM Sans"/>
                <a:cs typeface="DM Sans"/>
                <a:sym typeface="DM Sans"/>
              </a:rPr>
              <a:t>xã</a:t>
            </a:r>
            <a:r>
              <a:rPr lang="en-US" sz="2050" i="0" u="none" strike="noStrike" cap="none" dirty="0">
                <a:solidFill>
                  <a:srgbClr val="334155"/>
                </a:solidFill>
                <a:latin typeface="Merriweather" panose="00000500000000000000" pitchFamily="2" charset="0"/>
                <a:ea typeface="DM Sans"/>
                <a:cs typeface="DM Sans"/>
                <a:sym typeface="DM Sans"/>
              </a:rPr>
              <a:t> </a:t>
            </a:r>
            <a:r>
              <a:rPr lang="en-US" sz="2050" i="0" u="none" strike="noStrike" cap="none" dirty="0" err="1">
                <a:solidFill>
                  <a:srgbClr val="334155"/>
                </a:solidFill>
                <a:latin typeface="Merriweather" panose="00000500000000000000" pitchFamily="2" charset="0"/>
                <a:ea typeface="DM Sans"/>
                <a:cs typeface="DM Sans"/>
                <a:sym typeface="DM Sans"/>
              </a:rPr>
              <a:t>hội</a:t>
            </a:r>
            <a:r>
              <a:rPr lang="en-US" sz="2050" i="0" u="none" strike="noStrike" cap="none" dirty="0">
                <a:solidFill>
                  <a:srgbClr val="334155"/>
                </a:solidFill>
                <a:latin typeface="Merriweather" panose="00000500000000000000" pitchFamily="2" charset="0"/>
                <a:ea typeface="DM Sans"/>
                <a:cs typeface="DM Sans"/>
                <a:sym typeface="DM Sans"/>
              </a:rPr>
              <a:t>, </a:t>
            </a:r>
            <a:r>
              <a:rPr lang="en-US" sz="2050" i="0" u="none" strike="noStrike" cap="none" dirty="0" err="1">
                <a:solidFill>
                  <a:srgbClr val="334155"/>
                </a:solidFill>
                <a:latin typeface="Merriweather" panose="00000500000000000000" pitchFamily="2" charset="0"/>
                <a:ea typeface="DM Sans"/>
                <a:cs typeface="DM Sans"/>
                <a:sym typeface="DM Sans"/>
              </a:rPr>
              <a:t>chúng</a:t>
            </a:r>
            <a:r>
              <a:rPr lang="en-US" sz="2050" i="0" u="none" strike="noStrike" cap="none" dirty="0">
                <a:solidFill>
                  <a:srgbClr val="334155"/>
                </a:solidFill>
                <a:latin typeface="Merriweather" panose="00000500000000000000" pitchFamily="2" charset="0"/>
                <a:ea typeface="DM Sans"/>
                <a:cs typeface="DM Sans"/>
                <a:sym typeface="DM Sans"/>
              </a:rPr>
              <a:t> ta </a:t>
            </a:r>
            <a:r>
              <a:rPr lang="en-US" sz="2050" i="0" u="none" strike="noStrike" cap="none" dirty="0" err="1">
                <a:solidFill>
                  <a:srgbClr val="334155"/>
                </a:solidFill>
                <a:latin typeface="Merriweather" panose="00000500000000000000" pitchFamily="2" charset="0"/>
                <a:ea typeface="DM Sans"/>
                <a:cs typeface="DM Sans"/>
                <a:sym typeface="DM Sans"/>
              </a:rPr>
              <a:t>bị</a:t>
            </a:r>
            <a:r>
              <a:rPr lang="en-US" sz="2050" i="0" u="none" strike="noStrike" cap="none" dirty="0">
                <a:solidFill>
                  <a:srgbClr val="334155"/>
                </a:solidFill>
                <a:latin typeface="Merriweather" panose="00000500000000000000" pitchFamily="2" charset="0"/>
                <a:ea typeface="DM Sans"/>
                <a:cs typeface="DM Sans"/>
                <a:sym typeface="DM Sans"/>
              </a:rPr>
              <a:t> </a:t>
            </a:r>
            <a:r>
              <a:rPr lang="en-US" sz="2050" i="0" u="none" strike="noStrike" cap="none" dirty="0" err="1">
                <a:solidFill>
                  <a:srgbClr val="334155"/>
                </a:solidFill>
                <a:latin typeface="Merriweather" panose="00000500000000000000" pitchFamily="2" charset="0"/>
                <a:ea typeface="DM Sans"/>
                <a:cs typeface="DM Sans"/>
                <a:sym typeface="DM Sans"/>
              </a:rPr>
              <a:t>bủa</a:t>
            </a:r>
            <a:r>
              <a:rPr lang="en-US" sz="2050" i="0" u="none" strike="noStrike" cap="none" dirty="0">
                <a:solidFill>
                  <a:srgbClr val="334155"/>
                </a:solidFill>
                <a:latin typeface="Merriweather" panose="00000500000000000000" pitchFamily="2" charset="0"/>
                <a:ea typeface="DM Sans"/>
                <a:cs typeface="DM Sans"/>
                <a:sym typeface="DM Sans"/>
              </a:rPr>
              <a:t> </a:t>
            </a:r>
            <a:r>
              <a:rPr lang="en-US" sz="2050" i="0" u="none" strike="noStrike" cap="none" dirty="0" err="1">
                <a:solidFill>
                  <a:srgbClr val="334155"/>
                </a:solidFill>
                <a:latin typeface="Merriweather" panose="00000500000000000000" pitchFamily="2" charset="0"/>
                <a:ea typeface="DM Sans"/>
                <a:cs typeface="DM Sans"/>
                <a:sym typeface="DM Sans"/>
              </a:rPr>
              <a:t>vây</a:t>
            </a:r>
            <a:r>
              <a:rPr lang="en-US" sz="2050" i="0" u="none" strike="noStrike" cap="none" dirty="0">
                <a:solidFill>
                  <a:srgbClr val="334155"/>
                </a:solidFill>
                <a:latin typeface="Merriweather" panose="00000500000000000000" pitchFamily="2" charset="0"/>
                <a:ea typeface="DM Sans"/>
                <a:cs typeface="DM Sans"/>
                <a:sym typeface="DM Sans"/>
              </a:rPr>
              <a:t> </a:t>
            </a:r>
            <a:r>
              <a:rPr lang="en-US" sz="2050" i="0" u="none" strike="noStrike" cap="none" dirty="0" err="1">
                <a:solidFill>
                  <a:srgbClr val="334155"/>
                </a:solidFill>
                <a:latin typeface="Merriweather" panose="00000500000000000000" pitchFamily="2" charset="0"/>
                <a:ea typeface="DM Sans"/>
                <a:cs typeface="DM Sans"/>
                <a:sym typeface="DM Sans"/>
              </a:rPr>
              <a:t>bởi</a:t>
            </a:r>
            <a:r>
              <a:rPr lang="en-US" sz="2050" i="0" u="none" strike="noStrike" cap="none" dirty="0">
                <a:solidFill>
                  <a:srgbClr val="334155"/>
                </a:solidFill>
                <a:latin typeface="Merriweather" panose="00000500000000000000" pitchFamily="2" charset="0"/>
                <a:ea typeface="DM Sans"/>
                <a:cs typeface="DM Sans"/>
                <a:sym typeface="DM Sans"/>
              </a:rPr>
              <a:t> </a:t>
            </a:r>
            <a:r>
              <a:rPr lang="en-US" sz="2050" i="0" u="none" strike="noStrike" cap="none" dirty="0" err="1">
                <a:solidFill>
                  <a:srgbClr val="334155"/>
                </a:solidFill>
                <a:latin typeface="Merriweather" panose="00000500000000000000" pitchFamily="2" charset="0"/>
                <a:ea typeface="DM Sans"/>
                <a:cs typeface="DM Sans"/>
                <a:sym typeface="DM Sans"/>
              </a:rPr>
              <a:t>hàng</a:t>
            </a:r>
            <a:r>
              <a:rPr lang="en-US" sz="2050" i="0" u="none" strike="noStrike" cap="none" dirty="0">
                <a:solidFill>
                  <a:srgbClr val="334155"/>
                </a:solidFill>
                <a:latin typeface="Merriweather" panose="00000500000000000000" pitchFamily="2" charset="0"/>
                <a:ea typeface="DM Sans"/>
                <a:cs typeface="DM Sans"/>
                <a:sym typeface="DM Sans"/>
              </a:rPr>
              <a:t> </a:t>
            </a:r>
            <a:r>
              <a:rPr lang="en-US" sz="2050" i="0" u="none" strike="noStrike" cap="none" dirty="0" err="1">
                <a:solidFill>
                  <a:srgbClr val="334155"/>
                </a:solidFill>
                <a:latin typeface="Merriweather" panose="00000500000000000000" pitchFamily="2" charset="0"/>
                <a:ea typeface="DM Sans"/>
                <a:cs typeface="DM Sans"/>
                <a:sym typeface="DM Sans"/>
              </a:rPr>
              <a:t>ngàn</a:t>
            </a:r>
            <a:r>
              <a:rPr lang="en-US" sz="2050" i="0" u="none" strike="noStrike" cap="none" dirty="0">
                <a:solidFill>
                  <a:srgbClr val="334155"/>
                </a:solidFill>
                <a:latin typeface="Merriweather" panose="00000500000000000000" pitchFamily="2" charset="0"/>
                <a:ea typeface="DM Sans"/>
                <a:cs typeface="DM Sans"/>
                <a:sym typeface="DM Sans"/>
              </a:rPr>
              <a:t> </a:t>
            </a:r>
            <a:r>
              <a:rPr lang="en-US" sz="2050" i="0" u="none" strike="noStrike" cap="none" dirty="0" err="1">
                <a:solidFill>
                  <a:srgbClr val="334155"/>
                </a:solidFill>
                <a:latin typeface="Merriweather" panose="00000500000000000000" pitchFamily="2" charset="0"/>
                <a:ea typeface="DM Sans"/>
                <a:cs typeface="DM Sans"/>
                <a:sym typeface="DM Sans"/>
              </a:rPr>
              <a:t>luồng</a:t>
            </a:r>
            <a:r>
              <a:rPr lang="en-US" sz="2050" i="0" u="none" strike="noStrike" cap="none" dirty="0">
                <a:solidFill>
                  <a:srgbClr val="334155"/>
                </a:solidFill>
                <a:latin typeface="Merriweather" panose="00000500000000000000" pitchFamily="2" charset="0"/>
                <a:ea typeface="DM Sans"/>
                <a:cs typeface="DM Sans"/>
                <a:sym typeface="DM Sans"/>
              </a:rPr>
              <a:t> </a:t>
            </a:r>
            <a:r>
              <a:rPr lang="en-US" sz="2050" i="0" u="none" strike="noStrike" cap="none" dirty="0" err="1">
                <a:solidFill>
                  <a:srgbClr val="334155"/>
                </a:solidFill>
                <a:latin typeface="Merriweather" panose="00000500000000000000" pitchFamily="2" charset="0"/>
                <a:ea typeface="DM Sans"/>
                <a:cs typeface="DM Sans"/>
                <a:sym typeface="DM Sans"/>
              </a:rPr>
              <a:t>thông</a:t>
            </a:r>
            <a:r>
              <a:rPr lang="en-US" sz="2050" i="0" u="none" strike="noStrike" cap="none" dirty="0">
                <a:solidFill>
                  <a:srgbClr val="334155"/>
                </a:solidFill>
                <a:latin typeface="Merriweather" panose="00000500000000000000" pitchFamily="2" charset="0"/>
                <a:ea typeface="DM Sans"/>
                <a:cs typeface="DM Sans"/>
                <a:sym typeface="DM Sans"/>
              </a:rPr>
              <a:t> tin </a:t>
            </a:r>
            <a:r>
              <a:rPr lang="en-US" sz="2050" i="0" u="none" strike="noStrike" cap="none" dirty="0" err="1">
                <a:solidFill>
                  <a:srgbClr val="334155"/>
                </a:solidFill>
                <a:latin typeface="Merriweather" panose="00000500000000000000" pitchFamily="2" charset="0"/>
                <a:ea typeface="DM Sans"/>
                <a:cs typeface="DM Sans"/>
                <a:sym typeface="DM Sans"/>
              </a:rPr>
              <a:t>đa</a:t>
            </a:r>
            <a:r>
              <a:rPr lang="en-US" sz="2050" i="0" u="none" strike="noStrike" cap="none" dirty="0">
                <a:solidFill>
                  <a:srgbClr val="334155"/>
                </a:solidFill>
                <a:latin typeface="Merriweather" panose="00000500000000000000" pitchFamily="2" charset="0"/>
                <a:ea typeface="DM Sans"/>
                <a:cs typeface="DM Sans"/>
                <a:sym typeface="DM Sans"/>
              </a:rPr>
              <a:t> </a:t>
            </a:r>
            <a:r>
              <a:rPr lang="en-US" sz="2050" i="0" u="none" strike="noStrike" cap="none" dirty="0" err="1">
                <a:solidFill>
                  <a:srgbClr val="334155"/>
                </a:solidFill>
                <a:latin typeface="Merriweather" panose="00000500000000000000" pitchFamily="2" charset="0"/>
                <a:ea typeface="DM Sans"/>
                <a:cs typeface="DM Sans"/>
                <a:sym typeface="DM Sans"/>
              </a:rPr>
              <a:t>chiều</a:t>
            </a:r>
            <a:r>
              <a:rPr lang="en-US" sz="2050" i="0" u="none" strike="noStrike" cap="none" dirty="0">
                <a:solidFill>
                  <a:srgbClr val="334155"/>
                </a:solidFill>
                <a:latin typeface="Merriweather" panose="00000500000000000000" pitchFamily="2" charset="0"/>
                <a:ea typeface="DM Sans"/>
                <a:cs typeface="DM Sans"/>
                <a:sym typeface="DM Sans"/>
              </a:rPr>
              <a:t>.</a:t>
            </a:r>
            <a:endParaRPr sz="1800" dirty="0">
              <a:latin typeface="Merriweather" panose="00000500000000000000" pitchFamily="2" charset="0"/>
            </a:endParaRPr>
          </a:p>
        </p:txBody>
      </p:sp>
      <p:sp>
        <p:nvSpPr>
          <p:cNvPr id="167" name="Google Shape;167;p20">
            <a:extLst>
              <a:ext uri="{FF2B5EF4-FFF2-40B4-BE49-F238E27FC236}">
                <a16:creationId xmlns:a16="http://schemas.microsoft.com/office/drawing/2014/main" id="{F3435A3F-79CC-C6AA-2393-141E63134260}"/>
              </a:ext>
            </a:extLst>
          </p:cNvPr>
          <p:cNvSpPr txBox="1"/>
          <p:nvPr/>
        </p:nvSpPr>
        <p:spPr>
          <a:xfrm>
            <a:off x="4852098" y="2471407"/>
            <a:ext cx="6257100" cy="100950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vi-VN" sz="2050" b="1" i="0" u="none" strike="noStrike" cap="none" dirty="0">
                <a:solidFill>
                  <a:srgbClr val="334155"/>
                </a:solidFill>
                <a:latin typeface="Merriweather" panose="00000500000000000000" pitchFamily="2" charset="0"/>
                <a:ea typeface="DM Sans"/>
                <a:cs typeface="DM Sans"/>
                <a:sym typeface="DM Sans"/>
              </a:rPr>
              <a:t>Đứng trước sự hỗn loạn này, con người rất dễ rơi vào hai cái bẫy</a:t>
            </a:r>
            <a:r>
              <a:rPr lang="en-US" sz="2050" b="1" i="0" u="none" strike="noStrike" cap="none" dirty="0">
                <a:solidFill>
                  <a:srgbClr val="334155"/>
                </a:solidFill>
                <a:latin typeface="Merriweather" panose="00000500000000000000" pitchFamily="2" charset="0"/>
                <a:ea typeface="DM Sans"/>
                <a:cs typeface="DM Sans"/>
                <a:sym typeface="DM Sans"/>
              </a:rPr>
              <a:t> : </a:t>
            </a:r>
            <a:endParaRPr sz="1800" b="1" dirty="0">
              <a:latin typeface="Merriweather" panose="00000500000000000000" pitchFamily="2" charset="0"/>
            </a:endParaRPr>
          </a:p>
        </p:txBody>
      </p:sp>
      <p:sp>
        <p:nvSpPr>
          <p:cNvPr id="168" name="Google Shape;168;p20">
            <a:extLst>
              <a:ext uri="{FF2B5EF4-FFF2-40B4-BE49-F238E27FC236}">
                <a16:creationId xmlns:a16="http://schemas.microsoft.com/office/drawing/2014/main" id="{D39ABB04-9C4D-CC2F-9A4B-2B11804A31A0}"/>
              </a:ext>
            </a:extLst>
          </p:cNvPr>
          <p:cNvSpPr txBox="1"/>
          <p:nvPr/>
        </p:nvSpPr>
        <p:spPr>
          <a:xfrm>
            <a:off x="7044398" y="3049892"/>
            <a:ext cx="4818550" cy="1514261"/>
          </a:xfrm>
          <a:prstGeom prst="rect">
            <a:avLst/>
          </a:prstGeom>
          <a:noFill/>
          <a:ln>
            <a:noFill/>
          </a:ln>
        </p:spPr>
        <p:txBody>
          <a:bodyPr spcFirstLastPara="1" wrap="square" lIns="0" tIns="0" rIns="0" bIns="0" anchor="t" anchorCtr="0">
            <a:spAutoFit/>
          </a:bodyPr>
          <a:lstStyle/>
          <a:p>
            <a:pPr marL="342900" marR="0" lvl="0" indent="-342900" algn="l" rtl="0">
              <a:lnSpc>
                <a:spcPct val="160000"/>
              </a:lnSpc>
              <a:spcBef>
                <a:spcPts val="0"/>
              </a:spcBef>
              <a:spcAft>
                <a:spcPts val="0"/>
              </a:spcAft>
              <a:buFont typeface="Arial" panose="020B0604020202020204" pitchFamily="34" charset="0"/>
              <a:buChar char="•"/>
            </a:pPr>
            <a:r>
              <a:rPr lang="en-US" sz="2050" dirty="0">
                <a:solidFill>
                  <a:srgbClr val="334155"/>
                </a:solidFill>
                <a:latin typeface="Merriweather" panose="00000500000000000000" pitchFamily="2" charset="0"/>
                <a:ea typeface="DM Sans"/>
                <a:cs typeface="DM Sans"/>
                <a:sym typeface="DM Sans"/>
              </a:rPr>
              <a:t>T</a:t>
            </a:r>
            <a:r>
              <a:rPr lang="vi-VN" sz="2050" i="0" u="none" strike="noStrike" cap="none" dirty="0">
                <a:solidFill>
                  <a:srgbClr val="334155"/>
                </a:solidFill>
                <a:latin typeface="Merriweather" panose="00000500000000000000" pitchFamily="2" charset="0"/>
                <a:ea typeface="DM Sans"/>
                <a:cs typeface="DM Sans"/>
                <a:sym typeface="DM Sans"/>
              </a:rPr>
              <a:t>in vào những thứ được số đông tung hô (như các bài đăng triệu lượt chia sẻ)</a:t>
            </a:r>
            <a:endParaRPr sz="1800" dirty="0">
              <a:latin typeface="Merriweather" panose="00000500000000000000" pitchFamily="2" charset="0"/>
            </a:endParaRPr>
          </a:p>
        </p:txBody>
      </p:sp>
      <p:sp>
        <p:nvSpPr>
          <p:cNvPr id="169" name="Google Shape;169;p20">
            <a:extLst>
              <a:ext uri="{FF2B5EF4-FFF2-40B4-BE49-F238E27FC236}">
                <a16:creationId xmlns:a16="http://schemas.microsoft.com/office/drawing/2014/main" id="{EB66D7D2-CBBC-874C-478B-1B32E7CE455E}"/>
              </a:ext>
            </a:extLst>
          </p:cNvPr>
          <p:cNvSpPr txBox="1"/>
          <p:nvPr/>
        </p:nvSpPr>
        <p:spPr>
          <a:xfrm>
            <a:off x="7044398" y="4701569"/>
            <a:ext cx="4594452" cy="2019014"/>
          </a:xfrm>
          <a:prstGeom prst="rect">
            <a:avLst/>
          </a:prstGeom>
          <a:noFill/>
          <a:ln>
            <a:noFill/>
          </a:ln>
        </p:spPr>
        <p:txBody>
          <a:bodyPr spcFirstLastPara="1" wrap="square" lIns="0" tIns="0" rIns="0" bIns="0" anchor="t" anchorCtr="0">
            <a:spAutoFit/>
          </a:bodyPr>
          <a:lstStyle/>
          <a:p>
            <a:pPr marL="342900" marR="0" lvl="0" indent="-342900" algn="l" rtl="0">
              <a:lnSpc>
                <a:spcPct val="160000"/>
              </a:lnSpc>
              <a:spcBef>
                <a:spcPts val="0"/>
              </a:spcBef>
              <a:spcAft>
                <a:spcPts val="0"/>
              </a:spcAft>
              <a:buFont typeface="Arial" panose="020B0604020202020204" pitchFamily="34" charset="0"/>
              <a:buChar char="•"/>
            </a:pPr>
            <a:r>
              <a:rPr lang="en-US" sz="2050" dirty="0">
                <a:solidFill>
                  <a:srgbClr val="334155"/>
                </a:solidFill>
                <a:latin typeface="Merriweather" panose="00000500000000000000" pitchFamily="2" charset="0"/>
                <a:ea typeface="DM Sans"/>
                <a:cs typeface="DM Sans"/>
                <a:sym typeface="DM Sans"/>
              </a:rPr>
              <a:t>M</a:t>
            </a:r>
            <a:r>
              <a:rPr lang="vi-VN" sz="2050" i="0" u="none" strike="noStrike" cap="none" dirty="0">
                <a:solidFill>
                  <a:srgbClr val="334155"/>
                </a:solidFill>
                <a:latin typeface="Merriweather" panose="00000500000000000000" pitchFamily="2" charset="0"/>
                <a:ea typeface="DM Sans"/>
                <a:cs typeface="DM Sans"/>
                <a:sym typeface="DM Sans"/>
              </a:rPr>
              <a:t>ù quáng chạy theo những lựa chọn mang lại lợi ích trước mắt (như các trào lưu làm giàu nhanh)</a:t>
            </a:r>
            <a:endParaRPr sz="1800" dirty="0">
              <a:latin typeface="Merriweather" panose="00000500000000000000" pitchFamily="2" charset="0"/>
            </a:endParaRPr>
          </a:p>
        </p:txBody>
      </p:sp>
      <p:pic>
        <p:nvPicPr>
          <p:cNvPr id="170" name="Google Shape;170;p20">
            <a:extLst>
              <a:ext uri="{FF2B5EF4-FFF2-40B4-BE49-F238E27FC236}">
                <a16:creationId xmlns:a16="http://schemas.microsoft.com/office/drawing/2014/main" id="{72D7B008-4EB4-DFE5-22FD-E11059E276C7}"/>
              </a:ext>
            </a:extLst>
          </p:cNvPr>
          <p:cNvPicPr preferRelativeResize="0"/>
          <p:nvPr/>
        </p:nvPicPr>
        <p:blipFill>
          <a:blip r:embed="rId4">
            <a:alphaModFix/>
          </a:blip>
          <a:stretch>
            <a:fillRect/>
          </a:stretch>
        </p:blipFill>
        <p:spPr>
          <a:xfrm>
            <a:off x="147575" y="295150"/>
            <a:ext cx="5209175" cy="6763951"/>
          </a:xfrm>
          <a:prstGeom prst="rect">
            <a:avLst/>
          </a:prstGeom>
          <a:noFill/>
          <a:ln>
            <a:noFill/>
          </a:ln>
        </p:spPr>
      </p:pic>
      <p:sp>
        <p:nvSpPr>
          <p:cNvPr id="5" name="TextBox 4">
            <a:extLst>
              <a:ext uri="{FF2B5EF4-FFF2-40B4-BE49-F238E27FC236}">
                <a16:creationId xmlns:a16="http://schemas.microsoft.com/office/drawing/2014/main" id="{31A3E1D3-D15E-B074-786A-4BBB9F80088F}"/>
              </a:ext>
            </a:extLst>
          </p:cNvPr>
          <p:cNvSpPr txBox="1"/>
          <p:nvPr/>
        </p:nvSpPr>
        <p:spPr>
          <a:xfrm>
            <a:off x="12522296" y="113291"/>
            <a:ext cx="6174658" cy="830997"/>
          </a:xfrm>
          <a:prstGeom prst="rect">
            <a:avLst/>
          </a:prstGeom>
          <a:noFill/>
        </p:spPr>
        <p:txBody>
          <a:bodyPr wrap="square">
            <a:spAutoFit/>
          </a:bodyPr>
          <a:lstStyle/>
          <a:p>
            <a:pPr marL="0" marR="0" lvl="0" indent="0" algn="l" rtl="0">
              <a:spcBef>
                <a:spcPts val="0"/>
              </a:spcBef>
              <a:spcAft>
                <a:spcPts val="0"/>
              </a:spcAft>
              <a:buNone/>
            </a:pPr>
            <a:r>
              <a:rPr lang="vi-VN" sz="2400" b="1" i="0" u="none" strike="noStrike" cap="none" dirty="0">
                <a:solidFill>
                  <a:srgbClr val="003366"/>
                </a:solidFill>
                <a:latin typeface="Merriweather" panose="00000500000000000000" pitchFamily="2" charset="0"/>
                <a:ea typeface="Merriweather"/>
                <a:cs typeface="Merriweather"/>
                <a:sym typeface="Merriweather"/>
              </a:rPr>
              <a:t>Sự sụp đổ của ảo tưởng và Câu hỏi về "Bộ lọc chân lý"</a:t>
            </a:r>
          </a:p>
        </p:txBody>
      </p:sp>
    </p:spTree>
    <p:extLst>
      <p:ext uri="{BB962C8B-B14F-4D97-AF65-F5344CB8AC3E}">
        <p14:creationId xmlns:p14="http://schemas.microsoft.com/office/powerpoint/2010/main" val="8268787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2AA4370C-90A1-21CA-6E80-6B489F605B91}"/>
            </a:ext>
          </a:extLst>
        </p:cNvPr>
        <p:cNvGrpSpPr/>
        <p:nvPr/>
      </p:nvGrpSpPr>
      <p:grpSpPr>
        <a:xfrm>
          <a:off x="0" y="0"/>
          <a:ext cx="0" cy="0"/>
          <a:chOff x="0" y="0"/>
          <a:chExt cx="0" cy="0"/>
        </a:xfrm>
      </p:grpSpPr>
      <p:pic>
        <p:nvPicPr>
          <p:cNvPr id="163" name="Google Shape;163;p20" descr="image.png">
            <a:extLst>
              <a:ext uri="{FF2B5EF4-FFF2-40B4-BE49-F238E27FC236}">
                <a16:creationId xmlns:a16="http://schemas.microsoft.com/office/drawing/2014/main" id="{54EDE281-537D-A8B7-CE49-D623AC8379AA}"/>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64" name="Google Shape;164;p20">
            <a:extLst>
              <a:ext uri="{FF2B5EF4-FFF2-40B4-BE49-F238E27FC236}">
                <a16:creationId xmlns:a16="http://schemas.microsoft.com/office/drawing/2014/main" id="{FE966D07-3F9F-5400-7793-3A98518E8704}"/>
              </a:ext>
            </a:extLst>
          </p:cNvPr>
          <p:cNvSpPr txBox="1"/>
          <p:nvPr/>
        </p:nvSpPr>
        <p:spPr>
          <a:xfrm>
            <a:off x="4223748" y="368610"/>
            <a:ext cx="7513800" cy="86177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vi-VN" sz="2800" b="1" i="0" u="none" strike="noStrike" cap="none" dirty="0">
                <a:solidFill>
                  <a:srgbClr val="003366"/>
                </a:solidFill>
                <a:latin typeface="Merriweather" panose="00000500000000000000" pitchFamily="2" charset="0"/>
                <a:ea typeface="Merriweather"/>
                <a:cs typeface="Merriweather"/>
                <a:sym typeface="Merriweather"/>
              </a:rPr>
              <a:t>Sự sụp đổ của ảo tưởng và Câu hỏi về "Bộ lọc chân lý"</a:t>
            </a:r>
            <a:endParaRPr sz="1100" dirty="0">
              <a:latin typeface="Merriweather" panose="00000500000000000000" pitchFamily="2" charset="0"/>
            </a:endParaRPr>
          </a:p>
        </p:txBody>
      </p:sp>
      <p:sp>
        <p:nvSpPr>
          <p:cNvPr id="165" name="Google Shape;165;p20">
            <a:extLst>
              <a:ext uri="{FF2B5EF4-FFF2-40B4-BE49-F238E27FC236}">
                <a16:creationId xmlns:a16="http://schemas.microsoft.com/office/drawing/2014/main" id="{93685CB7-CE77-D7C6-86D7-BCAEC471633B}"/>
              </a:ext>
            </a:extLst>
          </p:cNvPr>
          <p:cNvSpPr/>
          <p:nvPr/>
        </p:nvSpPr>
        <p:spPr>
          <a:xfrm>
            <a:off x="4015075" y="420488"/>
            <a:ext cx="50100" cy="523800"/>
          </a:xfrm>
          <a:prstGeom prst="rect">
            <a:avLst/>
          </a:prstGeom>
          <a:solidFill>
            <a:srgbClr val="D4AF3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erriweather" panose="00000500000000000000" pitchFamily="2" charset="0"/>
              <a:ea typeface="Calibri"/>
              <a:cs typeface="Calibri"/>
              <a:sym typeface="Calibri"/>
            </a:endParaRPr>
          </a:p>
        </p:txBody>
      </p:sp>
      <p:sp>
        <p:nvSpPr>
          <p:cNvPr id="166" name="Google Shape;166;p20">
            <a:extLst>
              <a:ext uri="{FF2B5EF4-FFF2-40B4-BE49-F238E27FC236}">
                <a16:creationId xmlns:a16="http://schemas.microsoft.com/office/drawing/2014/main" id="{6051D3ED-FA8D-C24B-C878-74C2124D8FE3}"/>
              </a:ext>
            </a:extLst>
          </p:cNvPr>
          <p:cNvSpPr txBox="1"/>
          <p:nvPr/>
        </p:nvSpPr>
        <p:spPr>
          <a:xfrm>
            <a:off x="3721597" y="1497837"/>
            <a:ext cx="8518101" cy="151426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vi-VN" sz="2050" i="0" u="none" strike="noStrike" cap="none" dirty="0">
                <a:solidFill>
                  <a:srgbClr val="334155"/>
                </a:solidFill>
                <a:latin typeface="Merriweather" panose="00000500000000000000" pitchFamily="2" charset="0"/>
                <a:ea typeface="DM Sans"/>
                <a:cs typeface="DM Sans"/>
                <a:sym typeface="DM Sans"/>
              </a:rPr>
              <a:t>Thực tiễn qua sự sụp đổ của vô số mô hình lừa đảo hay trào lưu</a:t>
            </a:r>
            <a:r>
              <a:rPr lang="en-US" sz="2050" i="0" u="none" strike="noStrike" cap="none" dirty="0">
                <a:solidFill>
                  <a:srgbClr val="334155"/>
                </a:solidFill>
                <a:latin typeface="Merriweather" panose="00000500000000000000" pitchFamily="2" charset="0"/>
                <a:ea typeface="DM Sans"/>
                <a:cs typeface="DM Sans"/>
                <a:sym typeface="DM Sans"/>
              </a:rPr>
              <a:t>                </a:t>
            </a:r>
            <a:r>
              <a:rPr lang="vi-VN" sz="2050" i="0" u="none" strike="noStrike" cap="none" dirty="0">
                <a:solidFill>
                  <a:srgbClr val="334155"/>
                </a:solidFill>
                <a:latin typeface="Merriweather" panose="00000500000000000000" pitchFamily="2" charset="0"/>
                <a:ea typeface="DM Sans"/>
                <a:cs typeface="DM Sans"/>
                <a:sym typeface="DM Sans"/>
              </a:rPr>
              <a:t> </a:t>
            </a:r>
            <a:r>
              <a:rPr lang="en-US" sz="2050" i="0" u="none" strike="noStrike" cap="none" dirty="0">
                <a:solidFill>
                  <a:srgbClr val="334155"/>
                </a:solidFill>
                <a:latin typeface="Merriweather" panose="00000500000000000000" pitchFamily="2" charset="0"/>
                <a:ea typeface="DM Sans"/>
                <a:cs typeface="DM Sans"/>
                <a:sym typeface="DM Sans"/>
              </a:rPr>
              <a:t>      </a:t>
            </a:r>
            <a:r>
              <a:rPr lang="vi-VN" sz="2050" i="0" u="none" strike="noStrike" cap="none" dirty="0">
                <a:solidFill>
                  <a:srgbClr val="334155"/>
                </a:solidFill>
                <a:latin typeface="Merriweather" panose="00000500000000000000" pitchFamily="2" charset="0"/>
                <a:ea typeface="DM Sans"/>
                <a:cs typeface="DM Sans"/>
                <a:sym typeface="DM Sans"/>
              </a:rPr>
              <a:t>p</a:t>
            </a:r>
            <a:r>
              <a:rPr lang="en-US" sz="2050" i="0" u="none" strike="noStrike" cap="none" dirty="0">
                <a:solidFill>
                  <a:srgbClr val="334155"/>
                </a:solidFill>
                <a:latin typeface="Merriweather" panose="00000500000000000000" pitchFamily="2" charset="0"/>
                <a:ea typeface="DM Sans"/>
                <a:cs typeface="DM Sans"/>
                <a:sym typeface="DM Sans"/>
              </a:rPr>
              <a:t>     p</a:t>
            </a:r>
            <a:r>
              <a:rPr lang="vi-VN" sz="2050" i="0" u="none" strike="noStrike" cap="none" dirty="0">
                <a:solidFill>
                  <a:srgbClr val="334155"/>
                </a:solidFill>
                <a:latin typeface="Merriweather" panose="00000500000000000000" pitchFamily="2" charset="0"/>
                <a:ea typeface="DM Sans"/>
                <a:cs typeface="DM Sans"/>
                <a:sym typeface="DM Sans"/>
              </a:rPr>
              <a:t>hản khoa học đã chứng minh: đám đông và lợi ích tức thời </a:t>
            </a:r>
            <a:r>
              <a:rPr lang="en-US" sz="2050" i="0" u="none" strike="noStrike" cap="none" dirty="0">
                <a:solidFill>
                  <a:srgbClr val="334155"/>
                </a:solidFill>
                <a:latin typeface="Merriweather" panose="00000500000000000000" pitchFamily="2" charset="0"/>
                <a:ea typeface="DM Sans"/>
                <a:cs typeface="DM Sans"/>
                <a:sym typeface="DM Sans"/>
              </a:rPr>
              <a:t>                     </a:t>
            </a:r>
            <a:r>
              <a:rPr lang="vi-VN" sz="2050" i="0" u="none" strike="noStrike" cap="none" dirty="0">
                <a:solidFill>
                  <a:srgbClr val="334155"/>
                </a:solidFill>
                <a:latin typeface="Merriweather" panose="00000500000000000000" pitchFamily="2" charset="0"/>
                <a:ea typeface="DM Sans"/>
                <a:cs typeface="DM Sans"/>
                <a:sym typeface="DM Sans"/>
              </a:rPr>
              <a:t>b</a:t>
            </a:r>
            <a:r>
              <a:rPr lang="en-US" sz="2050" i="0" u="none" strike="noStrike" cap="none" dirty="0">
                <a:solidFill>
                  <a:srgbClr val="334155"/>
                </a:solidFill>
                <a:latin typeface="Merriweather" panose="00000500000000000000" pitchFamily="2" charset="0"/>
                <a:ea typeface="DM Sans"/>
                <a:cs typeface="DM Sans"/>
                <a:sym typeface="DM Sans"/>
              </a:rPr>
              <a:t>           </a:t>
            </a:r>
            <a:r>
              <a:rPr lang="en-US" sz="2050" i="0" u="none" strike="noStrike" cap="none" dirty="0" err="1">
                <a:solidFill>
                  <a:srgbClr val="334155"/>
                </a:solidFill>
                <a:latin typeface="Merriweather" panose="00000500000000000000" pitchFamily="2" charset="0"/>
                <a:ea typeface="DM Sans"/>
                <a:cs typeface="DM Sans"/>
                <a:sym typeface="DM Sans"/>
              </a:rPr>
              <a:t>không</a:t>
            </a:r>
            <a:r>
              <a:rPr lang="en-US" sz="2050" i="0" u="none" strike="noStrike" cap="none" dirty="0">
                <a:solidFill>
                  <a:srgbClr val="334155"/>
                </a:solidFill>
                <a:latin typeface="Merriweather" panose="00000500000000000000" pitchFamily="2" charset="0"/>
                <a:ea typeface="DM Sans"/>
                <a:cs typeface="DM Sans"/>
                <a:sym typeface="DM Sans"/>
              </a:rPr>
              <a:t> b</a:t>
            </a:r>
            <a:r>
              <a:rPr lang="vi-VN" sz="2050" i="0" u="none" strike="noStrike" cap="none" dirty="0">
                <a:solidFill>
                  <a:srgbClr val="334155"/>
                </a:solidFill>
                <a:latin typeface="Merriweather" panose="00000500000000000000" pitchFamily="2" charset="0"/>
                <a:ea typeface="DM Sans"/>
                <a:cs typeface="DM Sans"/>
                <a:sym typeface="DM Sans"/>
              </a:rPr>
              <a:t>ảo chứng cho sự thật</a:t>
            </a:r>
            <a:endParaRPr sz="1800" dirty="0">
              <a:latin typeface="Merriweather" panose="00000500000000000000" pitchFamily="2" charset="0"/>
            </a:endParaRPr>
          </a:p>
        </p:txBody>
      </p:sp>
      <p:sp>
        <p:nvSpPr>
          <p:cNvPr id="167" name="Google Shape;167;p20">
            <a:extLst>
              <a:ext uri="{FF2B5EF4-FFF2-40B4-BE49-F238E27FC236}">
                <a16:creationId xmlns:a16="http://schemas.microsoft.com/office/drawing/2014/main" id="{6F91FF1E-7A31-2165-69E1-5DC8A5F7C2AF}"/>
              </a:ext>
            </a:extLst>
          </p:cNvPr>
          <p:cNvSpPr txBox="1"/>
          <p:nvPr/>
        </p:nvSpPr>
        <p:spPr>
          <a:xfrm>
            <a:off x="4600499" y="3420787"/>
            <a:ext cx="7639199" cy="151426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050" b="1" i="0" u="none" strike="noStrike" cap="none" dirty="0">
                <a:solidFill>
                  <a:srgbClr val="334155"/>
                </a:solidFill>
                <a:latin typeface="Merriweather" panose="00000500000000000000" pitchFamily="2" charset="0"/>
                <a:ea typeface="DM Sans"/>
                <a:cs typeface="DM Sans"/>
                <a:sym typeface="DM Sans"/>
              </a:rPr>
              <a:t>    </a:t>
            </a:r>
            <a:r>
              <a:rPr lang="vi-VN" sz="2050" b="1" i="0" u="none" strike="noStrike" cap="none" dirty="0">
                <a:solidFill>
                  <a:srgbClr val="334155"/>
                </a:solidFill>
                <a:latin typeface="Merriweather" panose="00000500000000000000" pitchFamily="2" charset="0"/>
                <a:ea typeface="DM Sans"/>
                <a:cs typeface="DM Sans"/>
                <a:sym typeface="DM Sans"/>
              </a:rPr>
              <a:t>Từ đó đặt ra câu hỏi cốt lõi: </a:t>
            </a:r>
            <a:r>
              <a:rPr lang="vi-VN" sz="2050" i="0" u="none" strike="noStrike" cap="none" dirty="0">
                <a:solidFill>
                  <a:srgbClr val="334155"/>
                </a:solidFill>
                <a:latin typeface="Merriweather" panose="00000500000000000000" pitchFamily="2" charset="0"/>
                <a:ea typeface="DM Sans"/>
                <a:cs typeface="DM Sans"/>
                <a:sym typeface="DM Sans"/>
              </a:rPr>
              <a:t>Đâu là thước đo chuẩn xác để </a:t>
            </a:r>
            <a:r>
              <a:rPr lang="en-US" sz="2050" i="0" u="none" strike="noStrike" cap="none" dirty="0">
                <a:solidFill>
                  <a:srgbClr val="334155"/>
                </a:solidFill>
                <a:latin typeface="Merriweather" panose="00000500000000000000" pitchFamily="2" charset="0"/>
                <a:ea typeface="DM Sans"/>
                <a:cs typeface="DM Sans"/>
                <a:sym typeface="DM Sans"/>
              </a:rPr>
              <a:t>        </a:t>
            </a:r>
            <a:r>
              <a:rPr lang="vi-VN" sz="2050" i="0" u="none" strike="noStrike" cap="none" dirty="0">
                <a:solidFill>
                  <a:srgbClr val="334155"/>
                </a:solidFill>
                <a:latin typeface="Merriweather" panose="00000500000000000000" pitchFamily="2" charset="0"/>
                <a:ea typeface="DM Sans"/>
                <a:cs typeface="DM Sans"/>
                <a:sym typeface="DM Sans"/>
              </a:rPr>
              <a:t>p</a:t>
            </a:r>
            <a:r>
              <a:rPr lang="en-US" sz="2050" i="0" u="none" strike="noStrike" cap="none" dirty="0">
                <a:solidFill>
                  <a:srgbClr val="334155"/>
                </a:solidFill>
                <a:latin typeface="Merriweather" panose="00000500000000000000" pitchFamily="2" charset="0"/>
                <a:ea typeface="DM Sans"/>
                <a:cs typeface="DM Sans"/>
                <a:sym typeface="DM Sans"/>
              </a:rPr>
              <a:t>    p</a:t>
            </a:r>
            <a:r>
              <a:rPr lang="vi-VN" sz="2050" i="0" u="none" strike="noStrike" cap="none" dirty="0">
                <a:solidFill>
                  <a:srgbClr val="334155"/>
                </a:solidFill>
                <a:latin typeface="Merriweather" panose="00000500000000000000" pitchFamily="2" charset="0"/>
                <a:ea typeface="DM Sans"/>
                <a:cs typeface="DM Sans"/>
                <a:sym typeface="DM Sans"/>
              </a:rPr>
              <a:t>hân định đúng - sai, và làm thế nào để xác định chân </a:t>
            </a:r>
            <a:r>
              <a:rPr lang="en-US" sz="2050" i="0" u="none" strike="noStrike" cap="none" dirty="0">
                <a:solidFill>
                  <a:srgbClr val="334155"/>
                </a:solidFill>
                <a:latin typeface="Merriweather" panose="00000500000000000000" pitchFamily="2" charset="0"/>
                <a:ea typeface="DM Sans"/>
                <a:cs typeface="DM Sans"/>
                <a:sym typeface="DM Sans"/>
              </a:rPr>
              <a:t>             </a:t>
            </a:r>
            <a:r>
              <a:rPr lang="vi-VN" sz="2050" i="0" u="none" strike="noStrike" cap="none" dirty="0">
                <a:solidFill>
                  <a:srgbClr val="334155"/>
                </a:solidFill>
                <a:latin typeface="Merriweather" panose="00000500000000000000" pitchFamily="2" charset="0"/>
                <a:ea typeface="DM Sans"/>
                <a:cs typeface="DM Sans"/>
                <a:sym typeface="DM Sans"/>
              </a:rPr>
              <a:t>l</a:t>
            </a:r>
            <a:r>
              <a:rPr lang="en-US" sz="2050" i="0" u="none" strike="noStrike" cap="none" dirty="0">
                <a:solidFill>
                  <a:srgbClr val="334155"/>
                </a:solidFill>
                <a:latin typeface="Merriweather" panose="00000500000000000000" pitchFamily="2" charset="0"/>
                <a:ea typeface="DM Sans"/>
                <a:cs typeface="DM Sans"/>
                <a:sym typeface="DM Sans"/>
              </a:rPr>
              <a:t>        </a:t>
            </a:r>
            <a:r>
              <a:rPr lang="vi-VN" sz="2050" i="0" u="none" strike="noStrike" cap="none" dirty="0">
                <a:solidFill>
                  <a:srgbClr val="334155"/>
                </a:solidFill>
                <a:latin typeface="Merriweather" panose="00000500000000000000" pitchFamily="2" charset="0"/>
                <a:ea typeface="DM Sans"/>
                <a:cs typeface="DM Sans"/>
                <a:sym typeface="DM Sans"/>
              </a:rPr>
              <a:t>ý đích thực dưới lăng kính Triết học Mác - Lênin?</a:t>
            </a:r>
            <a:endParaRPr sz="1800" dirty="0">
              <a:latin typeface="Merriweather" panose="00000500000000000000" pitchFamily="2" charset="0"/>
            </a:endParaRPr>
          </a:p>
        </p:txBody>
      </p:sp>
      <p:pic>
        <p:nvPicPr>
          <p:cNvPr id="170" name="Google Shape;170;p20">
            <a:extLst>
              <a:ext uri="{FF2B5EF4-FFF2-40B4-BE49-F238E27FC236}">
                <a16:creationId xmlns:a16="http://schemas.microsoft.com/office/drawing/2014/main" id="{CBA7B35A-1862-822D-E1F7-F8A4A06B411A}"/>
              </a:ext>
            </a:extLst>
          </p:cNvPr>
          <p:cNvPicPr preferRelativeResize="0"/>
          <p:nvPr/>
        </p:nvPicPr>
        <p:blipFill>
          <a:blip r:embed="rId4">
            <a:alphaModFix/>
          </a:blip>
          <a:stretch>
            <a:fillRect/>
          </a:stretch>
        </p:blipFill>
        <p:spPr>
          <a:xfrm>
            <a:off x="147575" y="295150"/>
            <a:ext cx="5209175" cy="6763951"/>
          </a:xfrm>
          <a:prstGeom prst="rect">
            <a:avLst/>
          </a:prstGeom>
          <a:noFill/>
          <a:ln>
            <a:noFill/>
          </a:ln>
        </p:spPr>
      </p:pic>
    </p:spTree>
    <p:extLst>
      <p:ext uri="{BB962C8B-B14F-4D97-AF65-F5344CB8AC3E}">
        <p14:creationId xmlns:p14="http://schemas.microsoft.com/office/powerpoint/2010/main" val="12615393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9E5"/>
        </a:solidFill>
        <a:effectLst/>
      </p:bgPr>
    </p:bg>
    <p:spTree>
      <p:nvGrpSpPr>
        <p:cNvPr id="1" name="Shape 93"/>
        <p:cNvGrpSpPr/>
        <p:nvPr/>
      </p:nvGrpSpPr>
      <p:grpSpPr>
        <a:xfrm>
          <a:off x="0" y="0"/>
          <a:ext cx="0" cy="0"/>
          <a:chOff x="0" y="0"/>
          <a:chExt cx="0" cy="0"/>
        </a:xfrm>
      </p:grpSpPr>
      <p:pic>
        <p:nvPicPr>
          <p:cNvPr id="94" name="Google Shape;94;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95" name="Google Shape;95;p14"/>
          <p:cNvSpPr/>
          <p:nvPr/>
        </p:nvSpPr>
        <p:spPr>
          <a:xfrm>
            <a:off x="5381625" y="2543175"/>
            <a:ext cx="1428750" cy="57150"/>
          </a:xfrm>
          <a:prstGeom prst="rect">
            <a:avLst/>
          </a:prstGeom>
          <a:solidFill>
            <a:srgbClr val="D4AF3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6" name="Google Shape;96;p14"/>
          <p:cNvSpPr txBox="1"/>
          <p:nvPr/>
        </p:nvSpPr>
        <p:spPr>
          <a:xfrm>
            <a:off x="1610439" y="2790825"/>
            <a:ext cx="8971121" cy="1524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800" b="1" i="0" u="none" strike="noStrike" cap="none" dirty="0">
                <a:solidFill>
                  <a:srgbClr val="003366"/>
                </a:solidFill>
                <a:latin typeface="Merriweather"/>
                <a:ea typeface="Merriweather"/>
                <a:cs typeface="Merriweather"/>
                <a:sym typeface="Merriweather"/>
              </a:rPr>
              <a:t>Các </a:t>
            </a:r>
            <a:r>
              <a:rPr lang="en-US" sz="4800" b="1" i="0" u="none" strike="noStrike" cap="none" dirty="0" err="1">
                <a:solidFill>
                  <a:srgbClr val="003366"/>
                </a:solidFill>
                <a:latin typeface="Merriweather"/>
                <a:ea typeface="Merriweather"/>
                <a:cs typeface="Merriweather"/>
                <a:sym typeface="Merriweather"/>
              </a:rPr>
              <a:t>quan</a:t>
            </a:r>
            <a:r>
              <a:rPr lang="en-US" sz="4800" b="1" i="0" u="none" strike="noStrike" cap="none" dirty="0">
                <a:solidFill>
                  <a:srgbClr val="003366"/>
                </a:solidFill>
                <a:latin typeface="Merriweather"/>
                <a:ea typeface="Merriweather"/>
                <a:cs typeface="Merriweather"/>
                <a:sym typeface="Merriweather"/>
              </a:rPr>
              <a:t> </a:t>
            </a:r>
            <a:r>
              <a:rPr lang="en-US" sz="4800" b="1" i="0" u="none" strike="noStrike" cap="none" dirty="0" err="1">
                <a:solidFill>
                  <a:srgbClr val="003366"/>
                </a:solidFill>
                <a:latin typeface="Merriweather"/>
                <a:ea typeface="Merriweather"/>
                <a:cs typeface="Merriweather"/>
                <a:sym typeface="Merriweather"/>
              </a:rPr>
              <a:t>niệm</a:t>
            </a:r>
            <a:r>
              <a:rPr lang="en-US" sz="4800" b="1" i="0" u="none" strike="noStrike" cap="none" dirty="0">
                <a:solidFill>
                  <a:srgbClr val="003366"/>
                </a:solidFill>
                <a:latin typeface="Merriweather"/>
                <a:ea typeface="Merriweather"/>
                <a:cs typeface="Merriweather"/>
                <a:sym typeface="Merriweather"/>
              </a:rPr>
              <a:t> </a:t>
            </a:r>
            <a:r>
              <a:rPr lang="en-US" sz="4800" b="1" i="0" u="none" strike="noStrike" cap="none" dirty="0" err="1">
                <a:solidFill>
                  <a:srgbClr val="003366"/>
                </a:solidFill>
                <a:latin typeface="Merriweather"/>
                <a:ea typeface="Merriweather"/>
                <a:cs typeface="Merriweather"/>
                <a:sym typeface="Merriweather"/>
              </a:rPr>
              <a:t>về</a:t>
            </a:r>
            <a:r>
              <a:rPr lang="en-US" sz="4800" b="1" i="0" u="none" strike="noStrike" cap="none" dirty="0">
                <a:solidFill>
                  <a:srgbClr val="003366"/>
                </a:solidFill>
                <a:latin typeface="Merriweather"/>
                <a:ea typeface="Merriweather"/>
                <a:cs typeface="Merriweather"/>
                <a:sym typeface="Merriweather"/>
              </a:rPr>
              <a:t> </a:t>
            </a:r>
            <a:r>
              <a:rPr lang="en-US" sz="4800" b="1" dirty="0" err="1">
                <a:solidFill>
                  <a:srgbClr val="003366"/>
                </a:solidFill>
                <a:latin typeface="Merriweather"/>
                <a:ea typeface="Merriweather"/>
                <a:cs typeface="Merriweather"/>
                <a:sym typeface="Merriweather"/>
              </a:rPr>
              <a:t>n</a:t>
            </a:r>
            <a:r>
              <a:rPr lang="en-US" sz="4800" b="1" i="0" u="none" strike="noStrike" cap="none" dirty="0" err="1">
                <a:solidFill>
                  <a:srgbClr val="003366"/>
                </a:solidFill>
                <a:latin typeface="Merriweather"/>
                <a:ea typeface="Merriweather"/>
                <a:cs typeface="Merriweather"/>
                <a:sym typeface="Merriweather"/>
              </a:rPr>
              <a:t>hận</a:t>
            </a:r>
            <a:r>
              <a:rPr lang="en-US" sz="4800" b="1" i="0" u="none" strike="noStrike" cap="none" dirty="0">
                <a:solidFill>
                  <a:srgbClr val="003366"/>
                </a:solidFill>
                <a:latin typeface="Merriweather"/>
                <a:ea typeface="Merriweather"/>
                <a:cs typeface="Merriweather"/>
                <a:sym typeface="Merriweather"/>
              </a:rPr>
              <a:t> </a:t>
            </a:r>
            <a:r>
              <a:rPr lang="en-US" sz="4800" b="1" i="0" u="none" strike="noStrike" cap="none" dirty="0" err="1">
                <a:solidFill>
                  <a:srgbClr val="003366"/>
                </a:solidFill>
                <a:latin typeface="Merriweather"/>
                <a:ea typeface="Merriweather"/>
                <a:cs typeface="Merriweather"/>
                <a:sym typeface="Merriweather"/>
              </a:rPr>
              <a:t>thức</a:t>
            </a:r>
            <a:br>
              <a:rPr lang="en-US" sz="1800" b="0" i="0" u="none" strike="noStrike" cap="none" dirty="0">
                <a:solidFill>
                  <a:schemeClr val="dk1"/>
                </a:solidFill>
                <a:latin typeface="Calibri"/>
                <a:ea typeface="Calibri"/>
                <a:cs typeface="Calibri"/>
                <a:sym typeface="Calibri"/>
              </a:rPr>
            </a:br>
            <a:r>
              <a:rPr lang="en-US" sz="4800" b="1" i="0" u="none" strike="noStrike" cap="none" dirty="0">
                <a:solidFill>
                  <a:srgbClr val="003366"/>
                </a:solidFill>
                <a:latin typeface="Merriweather"/>
                <a:ea typeface="Merriweather"/>
                <a:cs typeface="Merriweather"/>
                <a:sym typeface="Merriweather"/>
              </a:rPr>
              <a:t> </a:t>
            </a:r>
            <a:r>
              <a:rPr lang="en-US" sz="4800" b="1" i="0" u="none" strike="noStrike" cap="none" dirty="0" err="1">
                <a:solidFill>
                  <a:srgbClr val="003366"/>
                </a:solidFill>
                <a:latin typeface="Merriweather"/>
                <a:ea typeface="Merriweather"/>
                <a:cs typeface="Merriweather"/>
                <a:sym typeface="Merriweather"/>
              </a:rPr>
              <a:t>trong</a:t>
            </a:r>
            <a:r>
              <a:rPr lang="en-US" sz="4800" b="1" i="0" u="none" strike="noStrike" cap="none" dirty="0">
                <a:solidFill>
                  <a:srgbClr val="003366"/>
                </a:solidFill>
                <a:latin typeface="Merriweather"/>
                <a:ea typeface="Merriweather"/>
                <a:cs typeface="Merriweather"/>
                <a:sym typeface="Merriweather"/>
              </a:rPr>
              <a:t> </a:t>
            </a:r>
            <a:r>
              <a:rPr lang="en-US" sz="4800" b="1" i="0" u="none" strike="noStrike" cap="none" dirty="0" err="1">
                <a:solidFill>
                  <a:srgbClr val="003366"/>
                </a:solidFill>
                <a:latin typeface="Merriweather"/>
                <a:ea typeface="Merriweather"/>
                <a:cs typeface="Merriweather"/>
                <a:sym typeface="Merriweather"/>
              </a:rPr>
              <a:t>lịch</a:t>
            </a:r>
            <a:r>
              <a:rPr lang="en-US" sz="4800" b="1" i="0" u="none" strike="noStrike" cap="none" dirty="0">
                <a:solidFill>
                  <a:srgbClr val="003366"/>
                </a:solidFill>
                <a:latin typeface="Merriweather"/>
                <a:ea typeface="Merriweather"/>
                <a:cs typeface="Merriweather"/>
                <a:sym typeface="Merriweather"/>
              </a:rPr>
              <a:t> </a:t>
            </a:r>
            <a:r>
              <a:rPr lang="en-US" sz="4800" b="1" i="0" u="none" strike="noStrike" cap="none" dirty="0" err="1">
                <a:solidFill>
                  <a:srgbClr val="003366"/>
                </a:solidFill>
                <a:latin typeface="Merriweather"/>
                <a:ea typeface="Merriweather"/>
                <a:cs typeface="Merriweather"/>
                <a:sym typeface="Merriweather"/>
              </a:rPr>
              <a:t>sử</a:t>
            </a:r>
            <a:r>
              <a:rPr lang="en-US" sz="4800" b="1" i="0" u="none" strike="noStrike" cap="none" dirty="0">
                <a:solidFill>
                  <a:srgbClr val="003366"/>
                </a:solidFill>
                <a:latin typeface="Merriweather"/>
                <a:ea typeface="Merriweather"/>
                <a:cs typeface="Merriweather"/>
                <a:sym typeface="Merriweather"/>
              </a:rPr>
              <a:t> </a:t>
            </a:r>
            <a:r>
              <a:rPr lang="en-US" sz="4800" b="1" i="0" u="none" strike="noStrike" cap="none" dirty="0" err="1">
                <a:solidFill>
                  <a:srgbClr val="003366"/>
                </a:solidFill>
                <a:latin typeface="Merriweather"/>
                <a:ea typeface="Merriweather"/>
                <a:cs typeface="Merriweather"/>
                <a:sym typeface="Merriweather"/>
              </a:rPr>
              <a:t>Triết</a:t>
            </a:r>
            <a:r>
              <a:rPr lang="en-US" sz="4800" b="1" i="0" u="none" strike="noStrike" cap="none" dirty="0">
                <a:solidFill>
                  <a:srgbClr val="003366"/>
                </a:solidFill>
                <a:latin typeface="Merriweather"/>
                <a:ea typeface="Merriweather"/>
                <a:cs typeface="Merriweather"/>
                <a:sym typeface="Merriweather"/>
              </a:rPr>
              <a:t> </a:t>
            </a:r>
            <a:r>
              <a:rPr lang="en-US" sz="4800" b="1" i="0" u="none" strike="noStrike" cap="none" dirty="0" err="1">
                <a:solidFill>
                  <a:srgbClr val="003366"/>
                </a:solidFill>
                <a:latin typeface="Merriweather"/>
                <a:ea typeface="Merriweather"/>
                <a:cs typeface="Merriweather"/>
                <a:sym typeface="Merriweather"/>
              </a:rPr>
              <a:t>học</a:t>
            </a:r>
            <a:endParaRPr dirty="0"/>
          </a:p>
        </p:txBody>
      </p:sp>
      <p:sp>
        <p:nvSpPr>
          <p:cNvPr id="5" name="Google Shape;102;p15">
            <a:extLst>
              <a:ext uri="{FF2B5EF4-FFF2-40B4-BE49-F238E27FC236}">
                <a16:creationId xmlns:a16="http://schemas.microsoft.com/office/drawing/2014/main" id="{3C992C7E-C757-D3E7-A960-535FF59A7F4B}"/>
              </a:ext>
            </a:extLst>
          </p:cNvPr>
          <p:cNvSpPr txBox="1"/>
          <p:nvPr/>
        </p:nvSpPr>
        <p:spPr>
          <a:xfrm>
            <a:off x="-10138229" y="611328"/>
            <a:ext cx="11401500" cy="631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4100" b="1" i="0" u="none" strike="noStrike" cap="none" dirty="0" err="1">
                <a:solidFill>
                  <a:srgbClr val="003366"/>
                </a:solidFill>
                <a:latin typeface="Merriweather"/>
                <a:ea typeface="Merriweather"/>
                <a:cs typeface="Merriweather"/>
                <a:sym typeface="Merriweather"/>
              </a:rPr>
              <a:t>Chủ</a:t>
            </a:r>
            <a:r>
              <a:rPr lang="en-US" sz="4100" b="1" i="0" u="none" strike="noStrike" cap="none" dirty="0">
                <a:solidFill>
                  <a:srgbClr val="003366"/>
                </a:solidFill>
                <a:latin typeface="Merriweather"/>
                <a:ea typeface="Merriweather"/>
                <a:cs typeface="Merriweather"/>
                <a:sym typeface="Merriweather"/>
              </a:rPr>
              <a:t> </a:t>
            </a:r>
            <a:r>
              <a:rPr lang="en-US" sz="4100" b="1" i="0" u="none" strike="noStrike" cap="none" dirty="0" err="1">
                <a:solidFill>
                  <a:srgbClr val="003366"/>
                </a:solidFill>
                <a:latin typeface="Merriweather"/>
                <a:ea typeface="Merriweather"/>
                <a:cs typeface="Merriweather"/>
                <a:sym typeface="Merriweather"/>
              </a:rPr>
              <a:t>nghĩa</a:t>
            </a:r>
            <a:r>
              <a:rPr lang="en-US" sz="4100" b="1" i="0" u="none" strike="noStrike" cap="none" dirty="0">
                <a:solidFill>
                  <a:srgbClr val="003366"/>
                </a:solidFill>
                <a:latin typeface="Merriweather"/>
                <a:ea typeface="Merriweather"/>
                <a:cs typeface="Merriweather"/>
                <a:sym typeface="Merriweather"/>
              </a:rPr>
              <a:t> Duy </a:t>
            </a:r>
            <a:r>
              <a:rPr lang="en-US" sz="4100" b="1" i="0" u="none" strike="noStrike" cap="none" dirty="0" err="1">
                <a:solidFill>
                  <a:srgbClr val="003366"/>
                </a:solidFill>
                <a:latin typeface="Merriweather"/>
                <a:ea typeface="Merriweather"/>
                <a:cs typeface="Merriweather"/>
                <a:sym typeface="Merriweather"/>
              </a:rPr>
              <a:t>tâm</a:t>
            </a:r>
            <a:r>
              <a:rPr lang="en-US" sz="4100" b="1" i="0" u="none" strike="noStrike" cap="none" dirty="0">
                <a:solidFill>
                  <a:srgbClr val="003366"/>
                </a:solidFill>
                <a:latin typeface="Merriweather"/>
                <a:ea typeface="Merriweather"/>
                <a:cs typeface="Merriweather"/>
                <a:sym typeface="Merriweather"/>
              </a:rPr>
              <a:t> </a:t>
            </a:r>
            <a:r>
              <a:rPr lang="en-US" sz="4100" b="1" i="0" u="none" strike="noStrike" cap="none" dirty="0" err="1">
                <a:solidFill>
                  <a:srgbClr val="003366"/>
                </a:solidFill>
                <a:latin typeface="Merriweather"/>
                <a:ea typeface="Merriweather"/>
                <a:cs typeface="Merriweather"/>
                <a:sym typeface="Merriweather"/>
              </a:rPr>
              <a:t>về</a:t>
            </a:r>
            <a:r>
              <a:rPr lang="en-US" sz="4100" b="1" i="0" u="none" strike="noStrike" cap="none" dirty="0">
                <a:solidFill>
                  <a:srgbClr val="003366"/>
                </a:solidFill>
                <a:latin typeface="Merriweather"/>
                <a:ea typeface="Merriweather"/>
                <a:cs typeface="Merriweather"/>
                <a:sym typeface="Merriweather"/>
              </a:rPr>
              <a:t> </a:t>
            </a:r>
            <a:r>
              <a:rPr lang="en-US" sz="4100" b="1" i="0" u="none" strike="noStrike" cap="none" dirty="0" err="1">
                <a:solidFill>
                  <a:srgbClr val="003366"/>
                </a:solidFill>
                <a:latin typeface="Merriweather"/>
                <a:ea typeface="Merriweather"/>
                <a:cs typeface="Merriweather"/>
                <a:sym typeface="Merriweather"/>
              </a:rPr>
              <a:t>Nhận</a:t>
            </a:r>
            <a:r>
              <a:rPr lang="en-US" sz="4100" b="1" i="0" u="none" strike="noStrike" cap="none" dirty="0">
                <a:solidFill>
                  <a:srgbClr val="003366"/>
                </a:solidFill>
                <a:latin typeface="Merriweather"/>
                <a:ea typeface="Merriweather"/>
                <a:cs typeface="Merriweather"/>
                <a:sym typeface="Merriweather"/>
              </a:rPr>
              <a:t> </a:t>
            </a:r>
            <a:r>
              <a:rPr lang="en-US" sz="4100" b="1" i="0" u="none" strike="noStrike" cap="none" dirty="0" err="1">
                <a:solidFill>
                  <a:srgbClr val="003366"/>
                </a:solidFill>
                <a:latin typeface="Merriweather"/>
                <a:ea typeface="Merriweather"/>
                <a:cs typeface="Merriweather"/>
                <a:sym typeface="Merriweather"/>
              </a:rPr>
              <a:t>thức</a:t>
            </a:r>
            <a:endParaRPr sz="1900" dirty="0"/>
          </a:p>
        </p:txBody>
      </p:sp>
      <p:grpSp>
        <p:nvGrpSpPr>
          <p:cNvPr id="6" name="Google Shape;104;p15">
            <a:extLst>
              <a:ext uri="{FF2B5EF4-FFF2-40B4-BE49-F238E27FC236}">
                <a16:creationId xmlns:a16="http://schemas.microsoft.com/office/drawing/2014/main" id="{15FEC0B2-21D3-6B52-687B-36485363408D}"/>
              </a:ext>
            </a:extLst>
          </p:cNvPr>
          <p:cNvGrpSpPr/>
          <p:nvPr/>
        </p:nvGrpSpPr>
        <p:grpSpPr>
          <a:xfrm>
            <a:off x="206201" y="7613253"/>
            <a:ext cx="5559095" cy="5084700"/>
            <a:chOff x="571500" y="2709862"/>
            <a:chExt cx="5334000" cy="2390775"/>
          </a:xfrm>
        </p:grpSpPr>
        <p:pic>
          <p:nvPicPr>
            <p:cNvPr id="7" name="Google Shape;105;p15" descr="image.png">
              <a:extLst>
                <a:ext uri="{FF2B5EF4-FFF2-40B4-BE49-F238E27FC236}">
                  <a16:creationId xmlns:a16="http://schemas.microsoft.com/office/drawing/2014/main" id="{2F174A3B-147F-1AEF-C731-96C3030CBEE9}"/>
                </a:ext>
              </a:extLst>
            </p:cNvPr>
            <p:cNvPicPr preferRelativeResize="0"/>
            <p:nvPr/>
          </p:nvPicPr>
          <p:blipFill rotWithShape="1">
            <a:blip r:embed="rId4">
              <a:alphaModFix/>
            </a:blip>
            <a:srcRect/>
            <a:stretch/>
          </p:blipFill>
          <p:spPr>
            <a:xfrm>
              <a:off x="571500" y="2709862"/>
              <a:ext cx="5334000" cy="2390775"/>
            </a:xfrm>
            <a:prstGeom prst="rect">
              <a:avLst/>
            </a:prstGeom>
            <a:noFill/>
            <a:ln>
              <a:noFill/>
            </a:ln>
          </p:spPr>
        </p:pic>
        <p:sp>
          <p:nvSpPr>
            <p:cNvPr id="8" name="Google Shape;106;p15">
              <a:extLst>
                <a:ext uri="{FF2B5EF4-FFF2-40B4-BE49-F238E27FC236}">
                  <a16:creationId xmlns:a16="http://schemas.microsoft.com/office/drawing/2014/main" id="{0BA6779D-8D8C-C58A-6B06-547AB38E1090}"/>
                </a:ext>
              </a:extLst>
            </p:cNvPr>
            <p:cNvSpPr txBox="1"/>
            <p:nvPr/>
          </p:nvSpPr>
          <p:spPr>
            <a:xfrm>
              <a:off x="914400" y="3052762"/>
              <a:ext cx="4880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046" b="1" i="0" u="none" strike="noStrike" cap="none">
                  <a:solidFill>
                    <a:srgbClr val="003366"/>
                  </a:solidFill>
                  <a:latin typeface="Merriweather"/>
                  <a:ea typeface="Merriweather"/>
                  <a:cs typeface="Merriweather"/>
                  <a:sym typeface="Merriweather"/>
                </a:rPr>
                <a:t>Duy tâm Chủ quan</a:t>
              </a:r>
              <a:endParaRPr sz="2197"/>
            </a:p>
          </p:txBody>
        </p:sp>
        <p:sp>
          <p:nvSpPr>
            <p:cNvPr id="9" name="Google Shape;107;p15">
              <a:extLst>
                <a:ext uri="{FF2B5EF4-FFF2-40B4-BE49-F238E27FC236}">
                  <a16:creationId xmlns:a16="http://schemas.microsoft.com/office/drawing/2014/main" id="{A9930267-0542-52CD-A0A6-96F44BA47FC2}"/>
                </a:ext>
              </a:extLst>
            </p:cNvPr>
            <p:cNvSpPr txBox="1"/>
            <p:nvPr/>
          </p:nvSpPr>
          <p:spPr>
            <a:xfrm>
              <a:off x="914400" y="3538537"/>
              <a:ext cx="4648200" cy="1749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418" b="1" i="0" u="none" strike="noStrike" cap="none">
                  <a:solidFill>
                    <a:srgbClr val="334155"/>
                  </a:solidFill>
                  <a:latin typeface="DM Sans"/>
                  <a:ea typeface="DM Sans"/>
                  <a:cs typeface="DM Sans"/>
                  <a:sym typeface="DM Sans"/>
                </a:rPr>
                <a:t>Đại biểu:</a:t>
              </a:r>
              <a:r>
                <a:rPr lang="en-US" sz="2418" b="0" i="0" u="none" strike="noStrike" cap="none">
                  <a:solidFill>
                    <a:srgbClr val="334155"/>
                  </a:solidFill>
                  <a:latin typeface="DM Sans"/>
                  <a:ea typeface="DM Sans"/>
                  <a:cs typeface="DM Sans"/>
                  <a:sym typeface="DM Sans"/>
                </a:rPr>
                <a:t> Béccơli, E.Makhơ.</a:t>
              </a:r>
              <a:endParaRPr sz="2297"/>
            </a:p>
          </p:txBody>
        </p:sp>
        <p:sp>
          <p:nvSpPr>
            <p:cNvPr id="10" name="Google Shape;108;p15">
              <a:extLst>
                <a:ext uri="{FF2B5EF4-FFF2-40B4-BE49-F238E27FC236}">
                  <a16:creationId xmlns:a16="http://schemas.microsoft.com/office/drawing/2014/main" id="{8C344DF5-B5B8-669A-B71C-95FD90FCCF9F}"/>
                </a:ext>
              </a:extLst>
            </p:cNvPr>
            <p:cNvSpPr txBox="1"/>
            <p:nvPr/>
          </p:nvSpPr>
          <p:spPr>
            <a:xfrm>
              <a:off x="914403" y="3843336"/>
              <a:ext cx="4456500" cy="889200"/>
            </a:xfrm>
            <a:prstGeom prst="rect">
              <a:avLst/>
            </a:prstGeom>
            <a:noFill/>
            <a:ln>
              <a:noFill/>
            </a:ln>
          </p:spPr>
          <p:txBody>
            <a:bodyPr spcFirstLastPara="1" wrap="square" lIns="0" tIns="0" rIns="0" bIns="0" anchor="t" anchorCtr="0">
              <a:spAutoFit/>
            </a:bodyPr>
            <a:lstStyle/>
            <a:p>
              <a:pPr marL="0" marR="0" lvl="0" indent="0" algn="just" rtl="0">
                <a:lnSpc>
                  <a:spcPct val="160000"/>
                </a:lnSpc>
                <a:spcBef>
                  <a:spcPts val="0"/>
                </a:spcBef>
                <a:spcAft>
                  <a:spcPts val="0"/>
                </a:spcAft>
                <a:buNone/>
              </a:pPr>
              <a:r>
                <a:rPr lang="en-US" sz="2118" b="0" i="0" u="none" strike="noStrike" cap="none">
                  <a:solidFill>
                    <a:srgbClr val="334155"/>
                  </a:solidFill>
                  <a:latin typeface="DM Sans"/>
                  <a:ea typeface="DM Sans"/>
                  <a:cs typeface="DM Sans"/>
                  <a:sym typeface="DM Sans"/>
                </a:rPr>
                <a:t>Sự vật chỉ là phức hợp các cảm giác. Chân lý là sự phù hợp giữa suy diễn với sự vật trên thực tế. Nhận thức là nhận thức cảm giác con người.</a:t>
              </a:r>
              <a:endParaRPr sz="1997"/>
            </a:p>
          </p:txBody>
        </p:sp>
      </p:grpSp>
      <p:grpSp>
        <p:nvGrpSpPr>
          <p:cNvPr id="11" name="Google Shape;109;p15">
            <a:extLst>
              <a:ext uri="{FF2B5EF4-FFF2-40B4-BE49-F238E27FC236}">
                <a16:creationId xmlns:a16="http://schemas.microsoft.com/office/drawing/2014/main" id="{0B715BB9-F19D-E8E1-D93A-9A9D8E0589B3}"/>
              </a:ext>
            </a:extLst>
          </p:cNvPr>
          <p:cNvGrpSpPr/>
          <p:nvPr/>
        </p:nvGrpSpPr>
        <p:grpSpPr>
          <a:xfrm>
            <a:off x="6161959" y="11049295"/>
            <a:ext cx="5735117" cy="5084700"/>
            <a:chOff x="6286500" y="2709862"/>
            <a:chExt cx="5334000" cy="2390775"/>
          </a:xfrm>
        </p:grpSpPr>
        <p:pic>
          <p:nvPicPr>
            <p:cNvPr id="12" name="Google Shape;110;p15" descr="image.png">
              <a:extLst>
                <a:ext uri="{FF2B5EF4-FFF2-40B4-BE49-F238E27FC236}">
                  <a16:creationId xmlns:a16="http://schemas.microsoft.com/office/drawing/2014/main" id="{350DDF44-F1C4-4B0F-E258-D9A8A9869DC5}"/>
                </a:ext>
              </a:extLst>
            </p:cNvPr>
            <p:cNvPicPr preferRelativeResize="0"/>
            <p:nvPr/>
          </p:nvPicPr>
          <p:blipFill rotWithShape="1">
            <a:blip r:embed="rId4">
              <a:alphaModFix/>
            </a:blip>
            <a:srcRect/>
            <a:stretch/>
          </p:blipFill>
          <p:spPr>
            <a:xfrm>
              <a:off x="6286500" y="2709862"/>
              <a:ext cx="5334000" cy="2390775"/>
            </a:xfrm>
            <a:prstGeom prst="rect">
              <a:avLst/>
            </a:prstGeom>
            <a:noFill/>
            <a:ln>
              <a:noFill/>
            </a:ln>
          </p:spPr>
        </p:pic>
        <p:sp>
          <p:nvSpPr>
            <p:cNvPr id="13" name="Google Shape;111;p15">
              <a:extLst>
                <a:ext uri="{FF2B5EF4-FFF2-40B4-BE49-F238E27FC236}">
                  <a16:creationId xmlns:a16="http://schemas.microsoft.com/office/drawing/2014/main" id="{DF2CA5D1-7645-F74D-6335-4B90833F195F}"/>
                </a:ext>
              </a:extLst>
            </p:cNvPr>
            <p:cNvSpPr txBox="1"/>
            <p:nvPr/>
          </p:nvSpPr>
          <p:spPr>
            <a:xfrm>
              <a:off x="6629400" y="3052762"/>
              <a:ext cx="4880700" cy="2199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036" b="1" i="0" u="none" strike="noStrike" cap="none">
                  <a:solidFill>
                    <a:srgbClr val="003366"/>
                  </a:solidFill>
                  <a:latin typeface="Merriweather"/>
                  <a:ea typeface="Merriweather"/>
                  <a:cs typeface="Merriweather"/>
                  <a:sym typeface="Merriweather"/>
                </a:rPr>
                <a:t>Duy tâm Khách quan</a:t>
              </a:r>
              <a:endParaRPr sz="2158"/>
            </a:p>
          </p:txBody>
        </p:sp>
        <p:sp>
          <p:nvSpPr>
            <p:cNvPr id="14" name="Google Shape;112;p15">
              <a:extLst>
                <a:ext uri="{FF2B5EF4-FFF2-40B4-BE49-F238E27FC236}">
                  <a16:creationId xmlns:a16="http://schemas.microsoft.com/office/drawing/2014/main" id="{608F6740-BD0D-EC83-9730-E0C89C8378CA}"/>
                </a:ext>
              </a:extLst>
            </p:cNvPr>
            <p:cNvSpPr txBox="1"/>
            <p:nvPr/>
          </p:nvSpPr>
          <p:spPr>
            <a:xfrm>
              <a:off x="6629400" y="3538537"/>
              <a:ext cx="4648200" cy="1797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483" b="1" i="0" u="none" strike="noStrike" cap="none">
                  <a:solidFill>
                    <a:srgbClr val="334155"/>
                  </a:solidFill>
                  <a:latin typeface="DM Sans"/>
                  <a:ea typeface="DM Sans"/>
                  <a:cs typeface="DM Sans"/>
                  <a:sym typeface="DM Sans"/>
                </a:rPr>
                <a:t>Đại biểu:</a:t>
              </a:r>
              <a:r>
                <a:rPr lang="en-US" sz="2483" b="0" i="0" u="none" strike="noStrike" cap="none">
                  <a:solidFill>
                    <a:srgbClr val="334155"/>
                  </a:solidFill>
                  <a:latin typeface="DM Sans"/>
                  <a:ea typeface="DM Sans"/>
                  <a:cs typeface="DM Sans"/>
                  <a:sym typeface="DM Sans"/>
                </a:rPr>
                <a:t> Platôn, Hêghen.</a:t>
              </a:r>
              <a:endParaRPr sz="2358"/>
            </a:p>
          </p:txBody>
        </p:sp>
        <p:sp>
          <p:nvSpPr>
            <p:cNvPr id="15" name="Google Shape;113;p15">
              <a:extLst>
                <a:ext uri="{FF2B5EF4-FFF2-40B4-BE49-F238E27FC236}">
                  <a16:creationId xmlns:a16="http://schemas.microsoft.com/office/drawing/2014/main" id="{FA2BDD64-6C00-BA27-2AD3-5F3962C5F90E}"/>
                </a:ext>
              </a:extLst>
            </p:cNvPr>
            <p:cNvSpPr txBox="1"/>
            <p:nvPr/>
          </p:nvSpPr>
          <p:spPr>
            <a:xfrm>
              <a:off x="6883952" y="3824412"/>
              <a:ext cx="4371600" cy="9585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283" b="0" i="0" u="none" strike="noStrike" cap="none">
                  <a:solidFill>
                    <a:srgbClr val="334155"/>
                  </a:solidFill>
                  <a:latin typeface="DM Sans"/>
                  <a:ea typeface="DM Sans"/>
                  <a:cs typeface="DM Sans"/>
                  <a:sym typeface="DM Sans"/>
                </a:rPr>
                <a:t>Platôn: Nhận thức là sự "hồi tưởng" của linh hồn. Hêghen: Nhận thức là quá trình tự ý thức của tinh thần thế giới.</a:t>
              </a:r>
              <a:endParaRPr sz="2158"/>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9E5"/>
        </a:solidFill>
        <a:effectLst/>
      </p:bgPr>
    </p:bg>
    <p:spTree>
      <p:nvGrpSpPr>
        <p:cNvPr id="1" name="Shape 100"/>
        <p:cNvGrpSpPr/>
        <p:nvPr/>
      </p:nvGrpSpPr>
      <p:grpSpPr>
        <a:xfrm>
          <a:off x="0" y="0"/>
          <a:ext cx="0" cy="0"/>
          <a:chOff x="0" y="0"/>
          <a:chExt cx="0" cy="0"/>
        </a:xfrm>
      </p:grpSpPr>
      <p:pic>
        <p:nvPicPr>
          <p:cNvPr id="101" name="Google Shape;101;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02" name="Google Shape;102;p15"/>
          <p:cNvSpPr txBox="1"/>
          <p:nvPr/>
        </p:nvSpPr>
        <p:spPr>
          <a:xfrm>
            <a:off x="762000" y="571500"/>
            <a:ext cx="11401500" cy="631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4100" b="1" i="0" u="none" strike="noStrike" cap="none" dirty="0" err="1">
                <a:solidFill>
                  <a:srgbClr val="003366"/>
                </a:solidFill>
                <a:latin typeface="Merriweather" panose="00000500000000000000" pitchFamily="2" charset="0"/>
                <a:ea typeface="Tahoma" panose="020B0604030504040204" pitchFamily="34" charset="0"/>
                <a:cs typeface="Tahoma" panose="020B0604030504040204" pitchFamily="34" charset="0"/>
                <a:sym typeface="Merriweather"/>
              </a:rPr>
              <a:t>Chủ</a:t>
            </a:r>
            <a:r>
              <a:rPr lang="en-US" sz="4100" b="1" i="0" u="none" strike="noStrike" cap="none" dirty="0">
                <a:solidFill>
                  <a:srgbClr val="003366"/>
                </a:solidFill>
                <a:latin typeface="Merriweather" panose="00000500000000000000" pitchFamily="2" charset="0"/>
                <a:ea typeface="Tahoma" panose="020B0604030504040204" pitchFamily="34" charset="0"/>
                <a:cs typeface="Tahoma" panose="020B0604030504040204" pitchFamily="34" charset="0"/>
                <a:sym typeface="Merriweather"/>
              </a:rPr>
              <a:t> </a:t>
            </a:r>
            <a:r>
              <a:rPr lang="en-US" sz="4100" b="1" i="0" u="none" strike="noStrike" cap="none" dirty="0" err="1">
                <a:solidFill>
                  <a:srgbClr val="003366"/>
                </a:solidFill>
                <a:latin typeface="Merriweather" panose="00000500000000000000" pitchFamily="2" charset="0"/>
                <a:ea typeface="Tahoma" panose="020B0604030504040204" pitchFamily="34" charset="0"/>
                <a:cs typeface="Tahoma" panose="020B0604030504040204" pitchFamily="34" charset="0"/>
                <a:sym typeface="Merriweather"/>
              </a:rPr>
              <a:t>nghĩa</a:t>
            </a:r>
            <a:r>
              <a:rPr lang="en-US" sz="4100" b="1" i="0" u="none" strike="noStrike" cap="none" dirty="0">
                <a:solidFill>
                  <a:srgbClr val="003366"/>
                </a:solidFill>
                <a:latin typeface="Merriweather" panose="00000500000000000000" pitchFamily="2" charset="0"/>
                <a:ea typeface="Tahoma" panose="020B0604030504040204" pitchFamily="34" charset="0"/>
                <a:cs typeface="Tahoma" panose="020B0604030504040204" pitchFamily="34" charset="0"/>
                <a:sym typeface="Merriweather"/>
              </a:rPr>
              <a:t> Duy </a:t>
            </a:r>
            <a:r>
              <a:rPr lang="en-US" sz="4100" b="1" i="0" u="none" strike="noStrike" cap="none" dirty="0" err="1">
                <a:solidFill>
                  <a:srgbClr val="003366"/>
                </a:solidFill>
                <a:latin typeface="Merriweather" panose="00000500000000000000" pitchFamily="2" charset="0"/>
                <a:ea typeface="Tahoma" panose="020B0604030504040204" pitchFamily="34" charset="0"/>
                <a:cs typeface="Tahoma" panose="020B0604030504040204" pitchFamily="34" charset="0"/>
                <a:sym typeface="Merriweather"/>
              </a:rPr>
              <a:t>tâm</a:t>
            </a:r>
            <a:r>
              <a:rPr lang="en-US" sz="4100" b="1" i="0" u="none" strike="noStrike" cap="none" dirty="0">
                <a:solidFill>
                  <a:srgbClr val="003366"/>
                </a:solidFill>
                <a:latin typeface="Merriweather" panose="00000500000000000000" pitchFamily="2" charset="0"/>
                <a:ea typeface="Tahoma" panose="020B0604030504040204" pitchFamily="34" charset="0"/>
                <a:cs typeface="Tahoma" panose="020B0604030504040204" pitchFamily="34" charset="0"/>
                <a:sym typeface="Merriweather"/>
              </a:rPr>
              <a:t> </a:t>
            </a:r>
            <a:r>
              <a:rPr lang="en-US" sz="4100" b="1" i="0" u="none" strike="noStrike" cap="none" dirty="0" err="1">
                <a:solidFill>
                  <a:srgbClr val="003366"/>
                </a:solidFill>
                <a:latin typeface="Merriweather" panose="00000500000000000000" pitchFamily="2" charset="0"/>
                <a:ea typeface="Tahoma" panose="020B0604030504040204" pitchFamily="34" charset="0"/>
                <a:cs typeface="Tahoma" panose="020B0604030504040204" pitchFamily="34" charset="0"/>
                <a:sym typeface="Merriweather"/>
              </a:rPr>
              <a:t>về</a:t>
            </a:r>
            <a:r>
              <a:rPr lang="en-US" sz="4100" b="1" i="0" u="none" strike="noStrike" cap="none" dirty="0">
                <a:solidFill>
                  <a:srgbClr val="003366"/>
                </a:solidFill>
                <a:latin typeface="Merriweather" panose="00000500000000000000" pitchFamily="2" charset="0"/>
                <a:ea typeface="Tahoma" panose="020B0604030504040204" pitchFamily="34" charset="0"/>
                <a:cs typeface="Tahoma" panose="020B0604030504040204" pitchFamily="34" charset="0"/>
                <a:sym typeface="Merriweather"/>
              </a:rPr>
              <a:t> </a:t>
            </a:r>
            <a:r>
              <a:rPr lang="en-US" sz="4100" b="1" i="0" u="none" strike="noStrike" cap="none" dirty="0" err="1">
                <a:solidFill>
                  <a:srgbClr val="003366"/>
                </a:solidFill>
                <a:latin typeface="Merriweather" panose="00000500000000000000" pitchFamily="2" charset="0"/>
                <a:ea typeface="Tahoma" panose="020B0604030504040204" pitchFamily="34" charset="0"/>
                <a:cs typeface="Tahoma" panose="020B0604030504040204" pitchFamily="34" charset="0"/>
                <a:sym typeface="Merriweather"/>
              </a:rPr>
              <a:t>Nhận</a:t>
            </a:r>
            <a:r>
              <a:rPr lang="en-US" sz="4100" b="1" i="0" u="none" strike="noStrike" cap="none" dirty="0">
                <a:solidFill>
                  <a:srgbClr val="003366"/>
                </a:solidFill>
                <a:latin typeface="Merriweather" panose="00000500000000000000" pitchFamily="2" charset="0"/>
                <a:ea typeface="Tahoma" panose="020B0604030504040204" pitchFamily="34" charset="0"/>
                <a:cs typeface="Tahoma" panose="020B0604030504040204" pitchFamily="34" charset="0"/>
                <a:sym typeface="Merriweather"/>
              </a:rPr>
              <a:t> </a:t>
            </a:r>
            <a:r>
              <a:rPr lang="en-US" sz="4100" b="1" i="0" u="none" strike="noStrike" cap="none" dirty="0" err="1">
                <a:solidFill>
                  <a:srgbClr val="003366"/>
                </a:solidFill>
                <a:latin typeface="Merriweather" panose="00000500000000000000" pitchFamily="2" charset="0"/>
                <a:ea typeface="Tahoma" panose="020B0604030504040204" pitchFamily="34" charset="0"/>
                <a:cs typeface="Tahoma" panose="020B0604030504040204" pitchFamily="34" charset="0"/>
                <a:sym typeface="Merriweather"/>
              </a:rPr>
              <a:t>thức</a:t>
            </a:r>
            <a:endParaRPr sz="1900" dirty="0">
              <a:latin typeface="Merriweather" panose="00000500000000000000" pitchFamily="2" charset="0"/>
              <a:ea typeface="Tahoma" panose="020B0604030504040204" pitchFamily="34" charset="0"/>
              <a:cs typeface="Tahoma" panose="020B0604030504040204" pitchFamily="34" charset="0"/>
            </a:endParaRPr>
          </a:p>
        </p:txBody>
      </p:sp>
      <p:sp>
        <p:nvSpPr>
          <p:cNvPr id="103" name="Google Shape;103;p15"/>
          <p:cNvSpPr/>
          <p:nvPr/>
        </p:nvSpPr>
        <p:spPr>
          <a:xfrm>
            <a:off x="571500" y="571500"/>
            <a:ext cx="76200" cy="571500"/>
          </a:xfrm>
          <a:prstGeom prst="rect">
            <a:avLst/>
          </a:prstGeom>
          <a:solidFill>
            <a:srgbClr val="D4AF3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erriweather" panose="00000500000000000000" pitchFamily="2" charset="0"/>
              <a:ea typeface="Tahoma" panose="020B0604030504040204" pitchFamily="34" charset="0"/>
              <a:cs typeface="Tahoma" panose="020B0604030504040204" pitchFamily="34" charset="0"/>
              <a:sym typeface="Calibri"/>
            </a:endParaRPr>
          </a:p>
        </p:txBody>
      </p:sp>
      <p:grpSp>
        <p:nvGrpSpPr>
          <p:cNvPr id="104" name="Google Shape;104;p15"/>
          <p:cNvGrpSpPr/>
          <p:nvPr/>
        </p:nvGrpSpPr>
        <p:grpSpPr>
          <a:xfrm>
            <a:off x="377651" y="1326753"/>
            <a:ext cx="5559095" cy="5084700"/>
            <a:chOff x="571500" y="2709862"/>
            <a:chExt cx="5334000" cy="2390775"/>
          </a:xfrm>
        </p:grpSpPr>
        <p:pic>
          <p:nvPicPr>
            <p:cNvPr id="105" name="Google Shape;105;p15" descr="image.png"/>
            <p:cNvPicPr preferRelativeResize="0"/>
            <p:nvPr/>
          </p:nvPicPr>
          <p:blipFill rotWithShape="1">
            <a:blip r:embed="rId4">
              <a:alphaModFix/>
            </a:blip>
            <a:srcRect/>
            <a:stretch/>
          </p:blipFill>
          <p:spPr>
            <a:xfrm>
              <a:off x="571500" y="2709862"/>
              <a:ext cx="5334000" cy="2390775"/>
            </a:xfrm>
            <a:prstGeom prst="rect">
              <a:avLst/>
            </a:prstGeom>
            <a:noFill/>
            <a:ln>
              <a:noFill/>
            </a:ln>
          </p:spPr>
        </p:pic>
        <p:sp>
          <p:nvSpPr>
            <p:cNvPr id="106" name="Google Shape;106;p15"/>
            <p:cNvSpPr txBox="1"/>
            <p:nvPr/>
          </p:nvSpPr>
          <p:spPr>
            <a:xfrm>
              <a:off x="914400" y="3052762"/>
              <a:ext cx="4880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046" b="1" i="0" u="none" strike="noStrike" cap="none" dirty="0">
                  <a:solidFill>
                    <a:srgbClr val="003366"/>
                  </a:solidFill>
                  <a:latin typeface="Merriweather" panose="00000500000000000000" pitchFamily="2" charset="0"/>
                  <a:ea typeface="Tahoma" panose="020B0604030504040204" pitchFamily="34" charset="0"/>
                  <a:cs typeface="Tahoma" panose="020B0604030504040204" pitchFamily="34" charset="0"/>
                  <a:sym typeface="Merriweather"/>
                </a:rPr>
                <a:t>Duy </a:t>
              </a:r>
              <a:r>
                <a:rPr lang="en-US" sz="3046" b="1" i="0" u="none" strike="noStrike" cap="none" dirty="0" err="1">
                  <a:solidFill>
                    <a:srgbClr val="003366"/>
                  </a:solidFill>
                  <a:latin typeface="Merriweather" panose="00000500000000000000" pitchFamily="2" charset="0"/>
                  <a:ea typeface="Tahoma" panose="020B0604030504040204" pitchFamily="34" charset="0"/>
                  <a:cs typeface="Tahoma" panose="020B0604030504040204" pitchFamily="34" charset="0"/>
                  <a:sym typeface="Merriweather"/>
                </a:rPr>
                <a:t>tâm</a:t>
              </a:r>
              <a:r>
                <a:rPr lang="en-US" sz="3046" b="1" i="0" u="none" strike="noStrike" cap="none" dirty="0">
                  <a:solidFill>
                    <a:srgbClr val="003366"/>
                  </a:solidFill>
                  <a:latin typeface="Merriweather" panose="00000500000000000000" pitchFamily="2" charset="0"/>
                  <a:ea typeface="Tahoma" panose="020B0604030504040204" pitchFamily="34" charset="0"/>
                  <a:cs typeface="Tahoma" panose="020B0604030504040204" pitchFamily="34" charset="0"/>
                  <a:sym typeface="Merriweather"/>
                </a:rPr>
                <a:t> </a:t>
              </a:r>
              <a:r>
                <a:rPr lang="en-US" sz="3046" b="1" i="0" u="none" strike="noStrike" cap="none" dirty="0" err="1">
                  <a:solidFill>
                    <a:srgbClr val="003366"/>
                  </a:solidFill>
                  <a:latin typeface="Merriweather" panose="00000500000000000000" pitchFamily="2" charset="0"/>
                  <a:ea typeface="Tahoma" panose="020B0604030504040204" pitchFamily="34" charset="0"/>
                  <a:cs typeface="Tahoma" panose="020B0604030504040204" pitchFamily="34" charset="0"/>
                  <a:sym typeface="Merriweather"/>
                </a:rPr>
                <a:t>Chủ</a:t>
              </a:r>
              <a:r>
                <a:rPr lang="en-US" sz="3046" b="1" i="0" u="none" strike="noStrike" cap="none" dirty="0">
                  <a:solidFill>
                    <a:srgbClr val="003366"/>
                  </a:solidFill>
                  <a:latin typeface="Merriweather" panose="00000500000000000000" pitchFamily="2" charset="0"/>
                  <a:ea typeface="Tahoma" panose="020B0604030504040204" pitchFamily="34" charset="0"/>
                  <a:cs typeface="Tahoma" panose="020B0604030504040204" pitchFamily="34" charset="0"/>
                  <a:sym typeface="Merriweather"/>
                </a:rPr>
                <a:t> </a:t>
              </a:r>
              <a:r>
                <a:rPr lang="en-US" sz="3046" b="1" i="0" u="none" strike="noStrike" cap="none" dirty="0" err="1">
                  <a:solidFill>
                    <a:srgbClr val="003366"/>
                  </a:solidFill>
                  <a:latin typeface="Merriweather" panose="00000500000000000000" pitchFamily="2" charset="0"/>
                  <a:ea typeface="Tahoma" panose="020B0604030504040204" pitchFamily="34" charset="0"/>
                  <a:cs typeface="Tahoma" panose="020B0604030504040204" pitchFamily="34" charset="0"/>
                  <a:sym typeface="Merriweather"/>
                </a:rPr>
                <a:t>quan</a:t>
              </a:r>
              <a:endParaRPr sz="2197" dirty="0">
                <a:latin typeface="Merriweather" panose="00000500000000000000" pitchFamily="2" charset="0"/>
                <a:ea typeface="Tahoma" panose="020B0604030504040204" pitchFamily="34" charset="0"/>
                <a:cs typeface="Tahoma" panose="020B0604030504040204" pitchFamily="34" charset="0"/>
              </a:endParaRPr>
            </a:p>
          </p:txBody>
        </p:sp>
        <p:sp>
          <p:nvSpPr>
            <p:cNvPr id="107" name="Google Shape;107;p15"/>
            <p:cNvSpPr txBox="1"/>
            <p:nvPr/>
          </p:nvSpPr>
          <p:spPr>
            <a:xfrm>
              <a:off x="914400" y="3538537"/>
              <a:ext cx="4648200" cy="27993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418" b="1" i="0" u="none" strike="noStrike" cap="none" dirty="0" err="1">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Đại</a:t>
              </a:r>
              <a:r>
                <a:rPr lang="en-US" sz="2418" b="1" i="0" u="none" strike="noStrike" cap="none" dirty="0">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 </a:t>
              </a:r>
              <a:r>
                <a:rPr lang="en-US" sz="2418" b="1" i="0" u="none" strike="noStrike" cap="none" dirty="0" err="1">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biểu</a:t>
              </a:r>
              <a:r>
                <a:rPr lang="en-US" sz="2418" b="1" i="0" u="none" strike="noStrike" cap="none" dirty="0">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a:t>
              </a:r>
              <a:r>
                <a:rPr lang="en-US" sz="2418" b="0" i="0" u="none" strike="noStrike" cap="none" dirty="0">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 </a:t>
              </a:r>
              <a:r>
                <a:rPr lang="en-US" sz="2418" b="0" i="0" u="none" strike="noStrike" cap="none" dirty="0" err="1">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Béccơli</a:t>
              </a:r>
              <a:r>
                <a:rPr lang="en-US" sz="2418" b="0" i="0" u="none" strike="noStrike" cap="none" dirty="0">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 </a:t>
              </a:r>
              <a:r>
                <a:rPr lang="en-US" sz="2418" b="0" i="0" u="none" strike="noStrike" cap="none" dirty="0" err="1">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E.Makhơ</a:t>
              </a:r>
              <a:r>
                <a:rPr lang="en-US" sz="2418" b="0" i="0" u="none" strike="noStrike" cap="none" dirty="0">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a:t>
              </a:r>
              <a:endParaRPr sz="2297" dirty="0">
                <a:latin typeface="Merriweather" panose="00000500000000000000" pitchFamily="2" charset="0"/>
                <a:ea typeface="Tahoma" panose="020B0604030504040204" pitchFamily="34" charset="0"/>
                <a:cs typeface="Tahoma" panose="020B0604030504040204" pitchFamily="34" charset="0"/>
              </a:endParaRPr>
            </a:p>
          </p:txBody>
        </p:sp>
        <p:sp>
          <p:nvSpPr>
            <p:cNvPr id="108" name="Google Shape;108;p15"/>
            <p:cNvSpPr txBox="1"/>
            <p:nvPr/>
          </p:nvSpPr>
          <p:spPr>
            <a:xfrm>
              <a:off x="914403" y="3843336"/>
              <a:ext cx="4456500" cy="1225994"/>
            </a:xfrm>
            <a:prstGeom prst="rect">
              <a:avLst/>
            </a:prstGeom>
            <a:noFill/>
            <a:ln>
              <a:noFill/>
            </a:ln>
          </p:spPr>
          <p:txBody>
            <a:bodyPr spcFirstLastPara="1" wrap="square" lIns="0" tIns="0" rIns="0" bIns="0" anchor="t" anchorCtr="0">
              <a:spAutoFit/>
            </a:bodyPr>
            <a:lstStyle/>
            <a:p>
              <a:pPr marL="0" marR="0" lvl="0" indent="0" algn="just" rtl="0">
                <a:lnSpc>
                  <a:spcPct val="160000"/>
                </a:lnSpc>
                <a:spcBef>
                  <a:spcPts val="0"/>
                </a:spcBef>
                <a:spcAft>
                  <a:spcPts val="0"/>
                </a:spcAft>
                <a:buNone/>
              </a:pPr>
              <a:r>
                <a:rPr lang="en-US" sz="2118" b="0" i="0" u="none" strike="noStrike" cap="none" dirty="0" err="1">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Sự</a:t>
              </a:r>
              <a:r>
                <a:rPr lang="en-US" sz="2118" b="0" i="0" u="none" strike="noStrike" cap="none" dirty="0">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 </a:t>
              </a:r>
              <a:r>
                <a:rPr lang="en-US" sz="2118" b="0" i="0" u="none" strike="noStrike" cap="none" dirty="0" err="1">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vật</a:t>
              </a:r>
              <a:r>
                <a:rPr lang="en-US" sz="2118" b="0" i="0" u="none" strike="noStrike" cap="none" dirty="0">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 </a:t>
              </a:r>
              <a:r>
                <a:rPr lang="en-US" sz="2118" b="0" i="0" u="none" strike="noStrike" cap="none" dirty="0" err="1">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chỉ</a:t>
              </a:r>
              <a:r>
                <a:rPr lang="en-US" sz="2118" b="0" i="0" u="none" strike="noStrike" cap="none" dirty="0">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 </a:t>
              </a:r>
              <a:r>
                <a:rPr lang="en-US" sz="2118" b="0" i="0" u="none" strike="noStrike" cap="none" dirty="0" err="1">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là</a:t>
              </a:r>
              <a:r>
                <a:rPr lang="en-US" sz="2118" b="0" i="0" u="none" strike="noStrike" cap="none" dirty="0">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 </a:t>
              </a:r>
              <a:r>
                <a:rPr lang="en-US" sz="2118" b="0" i="0" u="none" strike="noStrike" cap="none" dirty="0" err="1">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phức</a:t>
              </a:r>
              <a:r>
                <a:rPr lang="en-US" sz="2118" b="0" i="0" u="none" strike="noStrike" cap="none" dirty="0">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 </a:t>
              </a:r>
              <a:r>
                <a:rPr lang="en-US" sz="2118" b="0" i="0" u="none" strike="noStrike" cap="none" dirty="0" err="1">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hợp</a:t>
              </a:r>
              <a:r>
                <a:rPr lang="en-US" sz="2118" b="0" i="0" u="none" strike="noStrike" cap="none" dirty="0">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 </a:t>
              </a:r>
              <a:r>
                <a:rPr lang="en-US" sz="2118" b="0" i="0" u="none" strike="noStrike" cap="none" dirty="0" err="1">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các</a:t>
              </a:r>
              <a:r>
                <a:rPr lang="en-US" sz="2118" b="0" i="0" u="none" strike="noStrike" cap="none" dirty="0">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 </a:t>
              </a:r>
              <a:r>
                <a:rPr lang="en-US" sz="2118" b="0" i="0" u="none" strike="noStrike" cap="none" dirty="0" err="1">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cảm</a:t>
              </a:r>
              <a:r>
                <a:rPr lang="en-US" sz="2118" b="0" i="0" u="none" strike="noStrike" cap="none" dirty="0">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 </a:t>
              </a:r>
              <a:r>
                <a:rPr lang="en-US" sz="2118" b="0" i="0" u="none" strike="noStrike" cap="none" dirty="0" err="1">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giác</a:t>
              </a:r>
              <a:r>
                <a:rPr lang="en-US" sz="2118" b="0" i="0" u="none" strike="noStrike" cap="none" dirty="0">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 </a:t>
              </a:r>
              <a:r>
                <a:rPr lang="en-US" sz="2118" b="0" i="0" u="none" strike="noStrike" cap="none" dirty="0" err="1">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Chân</a:t>
              </a:r>
              <a:r>
                <a:rPr lang="en-US" sz="2118" b="0" i="0" u="none" strike="noStrike" cap="none" dirty="0">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 </a:t>
              </a:r>
              <a:r>
                <a:rPr lang="en-US" sz="2118" b="0" i="0" u="none" strike="noStrike" cap="none" dirty="0" err="1">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lý</a:t>
              </a:r>
              <a:r>
                <a:rPr lang="en-US" sz="2118" b="0" i="0" u="none" strike="noStrike" cap="none" dirty="0">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 </a:t>
              </a:r>
              <a:r>
                <a:rPr lang="en-US" sz="2118" b="0" i="0" u="none" strike="noStrike" cap="none" dirty="0" err="1">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là</a:t>
              </a:r>
              <a:r>
                <a:rPr lang="en-US" sz="2118" b="0" i="0" u="none" strike="noStrike" cap="none" dirty="0">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 </a:t>
              </a:r>
              <a:r>
                <a:rPr lang="en-US" sz="2118" b="0" i="0" u="none" strike="noStrike" cap="none" dirty="0" err="1">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sự</a:t>
              </a:r>
              <a:r>
                <a:rPr lang="en-US" sz="2118" b="0" i="0" u="none" strike="noStrike" cap="none" dirty="0">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 </a:t>
              </a:r>
              <a:r>
                <a:rPr lang="en-US" sz="2118" b="0" i="0" u="none" strike="noStrike" cap="none" dirty="0" err="1">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phù</a:t>
              </a:r>
              <a:r>
                <a:rPr lang="en-US" sz="2118" b="0" i="0" u="none" strike="noStrike" cap="none" dirty="0">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 </a:t>
              </a:r>
              <a:r>
                <a:rPr lang="en-US" sz="2118" b="0" i="0" u="none" strike="noStrike" cap="none" dirty="0" err="1">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hợp</a:t>
              </a:r>
              <a:r>
                <a:rPr lang="en-US" sz="2118" b="0" i="0" u="none" strike="noStrike" cap="none" dirty="0">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 </a:t>
              </a:r>
              <a:r>
                <a:rPr lang="en-US" sz="2118" b="0" i="0" u="none" strike="noStrike" cap="none" dirty="0" err="1">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giữa</a:t>
              </a:r>
              <a:r>
                <a:rPr lang="en-US" sz="2118" b="0" i="0" u="none" strike="noStrike" cap="none" dirty="0">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 </a:t>
              </a:r>
              <a:r>
                <a:rPr lang="en-US" sz="2118" b="0" i="0" u="none" strike="noStrike" cap="none" dirty="0" err="1">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suy</a:t>
              </a:r>
              <a:r>
                <a:rPr lang="en-US" sz="2118" b="0" i="0" u="none" strike="noStrike" cap="none" dirty="0">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 </a:t>
              </a:r>
              <a:r>
                <a:rPr lang="en-US" sz="2118" b="0" i="0" u="none" strike="noStrike" cap="none" dirty="0" err="1">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diễn</a:t>
              </a:r>
              <a:r>
                <a:rPr lang="en-US" sz="2118" b="0" i="0" u="none" strike="noStrike" cap="none" dirty="0">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 </a:t>
              </a:r>
              <a:r>
                <a:rPr lang="en-US" sz="2118" b="0" i="0" u="none" strike="noStrike" cap="none" dirty="0" err="1">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với</a:t>
              </a:r>
              <a:r>
                <a:rPr lang="en-US" sz="2118" b="0" i="0" u="none" strike="noStrike" cap="none" dirty="0">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 </a:t>
              </a:r>
              <a:r>
                <a:rPr lang="en-US" sz="2118" b="0" i="0" u="none" strike="noStrike" cap="none" dirty="0" err="1">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sự</a:t>
              </a:r>
              <a:r>
                <a:rPr lang="en-US" sz="2118" b="0" i="0" u="none" strike="noStrike" cap="none" dirty="0">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 </a:t>
              </a:r>
              <a:r>
                <a:rPr lang="en-US" sz="2118" b="0" i="0" u="none" strike="noStrike" cap="none" dirty="0" err="1">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vật</a:t>
              </a:r>
              <a:r>
                <a:rPr lang="en-US" sz="2118" b="0" i="0" u="none" strike="noStrike" cap="none" dirty="0">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 </a:t>
              </a:r>
              <a:r>
                <a:rPr lang="en-US" sz="2118" b="0" i="0" u="none" strike="noStrike" cap="none" dirty="0" err="1">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trên</a:t>
              </a:r>
              <a:r>
                <a:rPr lang="en-US" sz="2118" b="0" i="0" u="none" strike="noStrike" cap="none" dirty="0">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 </a:t>
              </a:r>
              <a:r>
                <a:rPr lang="en-US" sz="2118" b="0" i="0" u="none" strike="noStrike" cap="none" dirty="0" err="1">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thực</a:t>
              </a:r>
              <a:r>
                <a:rPr lang="en-US" sz="2118" b="0" i="0" u="none" strike="noStrike" cap="none" dirty="0">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 </a:t>
              </a:r>
              <a:r>
                <a:rPr lang="en-US" sz="2118" b="0" i="0" u="none" strike="noStrike" cap="none" dirty="0" err="1">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tế</a:t>
              </a:r>
              <a:r>
                <a:rPr lang="en-US" sz="2118" b="0" i="0" u="none" strike="noStrike" cap="none" dirty="0">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 </a:t>
              </a:r>
              <a:r>
                <a:rPr lang="en-US" sz="2118" b="0" i="0" u="none" strike="noStrike" cap="none" dirty="0" err="1">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Nhận</a:t>
              </a:r>
              <a:r>
                <a:rPr lang="en-US" sz="2118" b="0" i="0" u="none" strike="noStrike" cap="none" dirty="0">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 </a:t>
              </a:r>
              <a:r>
                <a:rPr lang="en-US" sz="2118" b="0" i="0" u="none" strike="noStrike" cap="none" dirty="0" err="1">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thức</a:t>
              </a:r>
              <a:r>
                <a:rPr lang="en-US" sz="2118" b="0" i="0" u="none" strike="noStrike" cap="none" dirty="0">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 </a:t>
              </a:r>
              <a:r>
                <a:rPr lang="en-US" sz="2118" b="0" i="0" u="none" strike="noStrike" cap="none" dirty="0" err="1">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là</a:t>
              </a:r>
              <a:r>
                <a:rPr lang="en-US" sz="2118" b="0" i="0" u="none" strike="noStrike" cap="none" dirty="0">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 </a:t>
              </a:r>
              <a:r>
                <a:rPr lang="en-US" sz="2118" b="0" i="0" u="none" strike="noStrike" cap="none" dirty="0" err="1">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nhận</a:t>
              </a:r>
              <a:r>
                <a:rPr lang="en-US" sz="2118" b="0" i="0" u="none" strike="noStrike" cap="none" dirty="0">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 </a:t>
              </a:r>
              <a:r>
                <a:rPr lang="en-US" sz="2118" b="0" i="0" u="none" strike="noStrike" cap="none" dirty="0" err="1">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thức</a:t>
              </a:r>
              <a:r>
                <a:rPr lang="en-US" sz="2118" b="0" i="0" u="none" strike="noStrike" cap="none" dirty="0">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 </a:t>
              </a:r>
              <a:r>
                <a:rPr lang="en-US" sz="2118" b="0" i="0" u="none" strike="noStrike" cap="none" dirty="0" err="1">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cảm</a:t>
              </a:r>
              <a:r>
                <a:rPr lang="en-US" sz="2118" b="0" i="0" u="none" strike="noStrike" cap="none" dirty="0">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 </a:t>
              </a:r>
              <a:r>
                <a:rPr lang="en-US" sz="2118" b="0" i="0" u="none" strike="noStrike" cap="none" dirty="0" err="1">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giác</a:t>
              </a:r>
              <a:r>
                <a:rPr lang="en-US" sz="2118" b="0" i="0" u="none" strike="noStrike" cap="none" dirty="0">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 con </a:t>
              </a:r>
              <a:r>
                <a:rPr lang="en-US" sz="2118" b="0" i="0" u="none" strike="noStrike" cap="none" dirty="0" err="1">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người</a:t>
              </a:r>
              <a:endParaRPr sz="1997" dirty="0">
                <a:latin typeface="Merriweather" panose="00000500000000000000" pitchFamily="2" charset="0"/>
                <a:ea typeface="Tahoma" panose="020B0604030504040204" pitchFamily="34" charset="0"/>
                <a:cs typeface="Tahoma" panose="020B0604030504040204" pitchFamily="34" charset="0"/>
              </a:endParaRPr>
            </a:p>
          </p:txBody>
        </p:sp>
      </p:grpSp>
      <p:grpSp>
        <p:nvGrpSpPr>
          <p:cNvPr id="109" name="Google Shape;109;p15"/>
          <p:cNvGrpSpPr/>
          <p:nvPr/>
        </p:nvGrpSpPr>
        <p:grpSpPr>
          <a:xfrm>
            <a:off x="6079232" y="1326676"/>
            <a:ext cx="5735117" cy="5084700"/>
            <a:chOff x="6286500" y="2709862"/>
            <a:chExt cx="5334000" cy="2390775"/>
          </a:xfrm>
        </p:grpSpPr>
        <p:pic>
          <p:nvPicPr>
            <p:cNvPr id="110" name="Google Shape;110;p15" descr="image.png"/>
            <p:cNvPicPr preferRelativeResize="0"/>
            <p:nvPr/>
          </p:nvPicPr>
          <p:blipFill rotWithShape="1">
            <a:blip r:embed="rId4">
              <a:alphaModFix/>
            </a:blip>
            <a:srcRect/>
            <a:stretch/>
          </p:blipFill>
          <p:spPr>
            <a:xfrm>
              <a:off x="6286500" y="2709862"/>
              <a:ext cx="5334000" cy="2390775"/>
            </a:xfrm>
            <a:prstGeom prst="rect">
              <a:avLst/>
            </a:prstGeom>
            <a:noFill/>
            <a:ln>
              <a:noFill/>
            </a:ln>
          </p:spPr>
        </p:pic>
        <p:sp>
          <p:nvSpPr>
            <p:cNvPr id="111" name="Google Shape;111;p15"/>
            <p:cNvSpPr txBox="1"/>
            <p:nvPr/>
          </p:nvSpPr>
          <p:spPr>
            <a:xfrm>
              <a:off x="6629400" y="3052762"/>
              <a:ext cx="4880700" cy="2199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036" b="1" i="0" u="none" strike="noStrike" cap="none" dirty="0">
                  <a:solidFill>
                    <a:srgbClr val="003366"/>
                  </a:solidFill>
                  <a:latin typeface="Merriweather" panose="00000500000000000000" pitchFamily="2" charset="0"/>
                  <a:ea typeface="Tahoma" panose="020B0604030504040204" pitchFamily="34" charset="0"/>
                  <a:cs typeface="Tahoma" panose="020B0604030504040204" pitchFamily="34" charset="0"/>
                  <a:sym typeface="Merriweather"/>
                </a:rPr>
                <a:t>Duy </a:t>
              </a:r>
              <a:r>
                <a:rPr lang="en-US" sz="3036" b="1" i="0" u="none" strike="noStrike" cap="none" dirty="0" err="1">
                  <a:solidFill>
                    <a:srgbClr val="003366"/>
                  </a:solidFill>
                  <a:latin typeface="Merriweather" panose="00000500000000000000" pitchFamily="2" charset="0"/>
                  <a:ea typeface="Tahoma" panose="020B0604030504040204" pitchFamily="34" charset="0"/>
                  <a:cs typeface="Tahoma" panose="020B0604030504040204" pitchFamily="34" charset="0"/>
                  <a:sym typeface="Merriweather"/>
                </a:rPr>
                <a:t>tâm</a:t>
              </a:r>
              <a:r>
                <a:rPr lang="en-US" sz="3036" b="1" i="0" u="none" strike="noStrike" cap="none" dirty="0">
                  <a:solidFill>
                    <a:srgbClr val="003366"/>
                  </a:solidFill>
                  <a:latin typeface="Merriweather" panose="00000500000000000000" pitchFamily="2" charset="0"/>
                  <a:ea typeface="Tahoma" panose="020B0604030504040204" pitchFamily="34" charset="0"/>
                  <a:cs typeface="Tahoma" panose="020B0604030504040204" pitchFamily="34" charset="0"/>
                  <a:sym typeface="Merriweather"/>
                </a:rPr>
                <a:t> </a:t>
              </a:r>
              <a:r>
                <a:rPr lang="en-US" sz="3036" b="1" i="0" u="none" strike="noStrike" cap="none" dirty="0" err="1">
                  <a:solidFill>
                    <a:srgbClr val="003366"/>
                  </a:solidFill>
                  <a:latin typeface="Merriweather" panose="00000500000000000000" pitchFamily="2" charset="0"/>
                  <a:ea typeface="Tahoma" panose="020B0604030504040204" pitchFamily="34" charset="0"/>
                  <a:cs typeface="Tahoma" panose="020B0604030504040204" pitchFamily="34" charset="0"/>
                  <a:sym typeface="Merriweather"/>
                </a:rPr>
                <a:t>Khách</a:t>
              </a:r>
              <a:r>
                <a:rPr lang="en-US" sz="3036" b="1" i="0" u="none" strike="noStrike" cap="none" dirty="0">
                  <a:solidFill>
                    <a:srgbClr val="003366"/>
                  </a:solidFill>
                  <a:latin typeface="Merriweather" panose="00000500000000000000" pitchFamily="2" charset="0"/>
                  <a:ea typeface="Tahoma" panose="020B0604030504040204" pitchFamily="34" charset="0"/>
                  <a:cs typeface="Tahoma" panose="020B0604030504040204" pitchFamily="34" charset="0"/>
                  <a:sym typeface="Merriweather"/>
                </a:rPr>
                <a:t> </a:t>
              </a:r>
              <a:r>
                <a:rPr lang="en-US" sz="3036" b="1" i="0" u="none" strike="noStrike" cap="none" dirty="0" err="1">
                  <a:solidFill>
                    <a:srgbClr val="003366"/>
                  </a:solidFill>
                  <a:latin typeface="Merriweather" panose="00000500000000000000" pitchFamily="2" charset="0"/>
                  <a:ea typeface="Tahoma" panose="020B0604030504040204" pitchFamily="34" charset="0"/>
                  <a:cs typeface="Tahoma" panose="020B0604030504040204" pitchFamily="34" charset="0"/>
                  <a:sym typeface="Merriweather"/>
                </a:rPr>
                <a:t>quan</a:t>
              </a:r>
              <a:endParaRPr sz="2158" dirty="0">
                <a:latin typeface="Merriweather" panose="00000500000000000000" pitchFamily="2" charset="0"/>
                <a:ea typeface="Tahoma" panose="020B0604030504040204" pitchFamily="34" charset="0"/>
                <a:cs typeface="Tahoma" panose="020B0604030504040204" pitchFamily="34" charset="0"/>
              </a:endParaRPr>
            </a:p>
          </p:txBody>
        </p:sp>
        <p:sp>
          <p:nvSpPr>
            <p:cNvPr id="112" name="Google Shape;112;p15"/>
            <p:cNvSpPr txBox="1"/>
            <p:nvPr/>
          </p:nvSpPr>
          <p:spPr>
            <a:xfrm>
              <a:off x="6629400" y="3538537"/>
              <a:ext cx="4648200" cy="28743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483" b="1" i="0" u="none" strike="noStrike" cap="none" dirty="0" err="1">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Đại</a:t>
              </a:r>
              <a:r>
                <a:rPr lang="en-US" sz="2483" b="1" i="0" u="none" strike="noStrike" cap="none" dirty="0">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 </a:t>
              </a:r>
              <a:r>
                <a:rPr lang="en-US" sz="2483" b="1" i="0" u="none" strike="noStrike" cap="none" dirty="0" err="1">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biểu</a:t>
              </a:r>
              <a:r>
                <a:rPr lang="en-US" sz="2483" b="1" i="0" u="none" strike="noStrike" cap="none" dirty="0">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a:t>
              </a:r>
              <a:r>
                <a:rPr lang="en-US" sz="2483" b="0" i="0" u="none" strike="noStrike" cap="none" dirty="0">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 </a:t>
              </a:r>
              <a:r>
                <a:rPr lang="en-US" sz="2483" b="0" i="0" u="none" strike="noStrike" cap="none" dirty="0" err="1">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Platôn</a:t>
              </a:r>
              <a:r>
                <a:rPr lang="en-US" sz="2483" b="0" i="0" u="none" strike="noStrike" cap="none" dirty="0">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 </a:t>
              </a:r>
              <a:r>
                <a:rPr lang="en-US" sz="2483" b="0" i="0" u="none" strike="noStrike" cap="none" dirty="0" err="1">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Hêghen</a:t>
              </a:r>
              <a:r>
                <a:rPr lang="en-US" sz="2483" b="0" i="0" u="none" strike="noStrike" cap="none" dirty="0">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a:t>
              </a:r>
              <a:endParaRPr sz="2358" dirty="0">
                <a:latin typeface="Merriweather" panose="00000500000000000000" pitchFamily="2" charset="0"/>
                <a:ea typeface="Tahoma" panose="020B0604030504040204" pitchFamily="34" charset="0"/>
                <a:cs typeface="Tahoma" panose="020B0604030504040204" pitchFamily="34" charset="0"/>
              </a:endParaRPr>
            </a:p>
          </p:txBody>
        </p:sp>
        <p:sp>
          <p:nvSpPr>
            <p:cNvPr id="113" name="Google Shape;113;p15"/>
            <p:cNvSpPr txBox="1"/>
            <p:nvPr/>
          </p:nvSpPr>
          <p:spPr>
            <a:xfrm>
              <a:off x="6883952" y="3824412"/>
              <a:ext cx="4371600" cy="105713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283" b="0" i="0" u="none" strike="noStrike" cap="none" dirty="0" err="1">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Platôn</a:t>
              </a:r>
              <a:r>
                <a:rPr lang="en-US" sz="2283" b="0" i="0" u="none" strike="noStrike" cap="none" dirty="0">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 </a:t>
              </a:r>
              <a:r>
                <a:rPr lang="en-US" sz="2283" b="0" i="0" u="none" strike="noStrike" cap="none" dirty="0" err="1">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Nhận</a:t>
              </a:r>
              <a:r>
                <a:rPr lang="en-US" sz="2283" b="0" i="0" u="none" strike="noStrike" cap="none" dirty="0">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 </a:t>
              </a:r>
              <a:r>
                <a:rPr lang="en-US" sz="2283" b="0" i="0" u="none" strike="noStrike" cap="none" dirty="0" err="1">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thức</a:t>
              </a:r>
              <a:r>
                <a:rPr lang="en-US" sz="2283" b="0" i="0" u="none" strike="noStrike" cap="none" dirty="0">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 </a:t>
              </a:r>
              <a:r>
                <a:rPr lang="en-US" sz="2283" b="0" i="0" u="none" strike="noStrike" cap="none" dirty="0" err="1">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là</a:t>
              </a:r>
              <a:r>
                <a:rPr lang="en-US" sz="2283" b="0" i="0" u="none" strike="noStrike" cap="none" dirty="0">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 </a:t>
              </a:r>
              <a:r>
                <a:rPr lang="en-US" sz="2283" b="0" i="0" u="none" strike="noStrike" cap="none" dirty="0" err="1">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sự</a:t>
              </a:r>
              <a:r>
                <a:rPr lang="en-US" sz="2283" b="0" i="0" u="none" strike="noStrike" cap="none" dirty="0">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 "</a:t>
              </a:r>
              <a:r>
                <a:rPr lang="en-US" sz="2283" b="0" i="0" u="none" strike="noStrike" cap="none" dirty="0" err="1">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hồi</a:t>
              </a:r>
              <a:r>
                <a:rPr lang="en-US" sz="2283" b="0" i="0" u="none" strike="noStrike" cap="none" dirty="0">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 </a:t>
              </a:r>
              <a:r>
                <a:rPr lang="en-US" sz="2283" b="0" i="0" u="none" strike="noStrike" cap="none" dirty="0" err="1">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tưởng</a:t>
              </a:r>
              <a:r>
                <a:rPr lang="en-US" sz="2283" b="0" i="0" u="none" strike="noStrike" cap="none" dirty="0">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 </a:t>
              </a:r>
              <a:r>
                <a:rPr lang="en-US" sz="2283" b="0" i="0" u="none" strike="noStrike" cap="none" dirty="0" err="1">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của</a:t>
              </a:r>
              <a:r>
                <a:rPr lang="en-US" sz="2283" b="0" i="0" u="none" strike="noStrike" cap="none" dirty="0">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 </a:t>
              </a:r>
              <a:r>
                <a:rPr lang="en-US" sz="2283" b="0" i="0" u="none" strike="noStrike" cap="none" dirty="0" err="1">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linh</a:t>
              </a:r>
              <a:r>
                <a:rPr lang="en-US" sz="2283" b="0" i="0" u="none" strike="noStrike" cap="none" dirty="0">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 </a:t>
              </a:r>
              <a:r>
                <a:rPr lang="en-US" sz="2283" b="0" i="0" u="none" strike="noStrike" cap="none" dirty="0" err="1">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hồn</a:t>
              </a:r>
              <a:r>
                <a:rPr lang="en-US" sz="2283" b="0" i="0" u="none" strike="noStrike" cap="none" dirty="0">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 </a:t>
              </a:r>
              <a:r>
                <a:rPr lang="en-US" sz="2283" b="0" i="0" u="none" strike="noStrike" cap="none" dirty="0" err="1">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Hêghen</a:t>
              </a:r>
              <a:r>
                <a:rPr lang="en-US" sz="2283" b="0" i="0" u="none" strike="noStrike" cap="none" dirty="0">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 </a:t>
              </a:r>
              <a:r>
                <a:rPr lang="en-US" sz="2283" b="0" i="0" u="none" strike="noStrike" cap="none" dirty="0" err="1">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Nhận</a:t>
              </a:r>
              <a:r>
                <a:rPr lang="en-US" sz="2283" b="0" i="0" u="none" strike="noStrike" cap="none" dirty="0">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 </a:t>
              </a:r>
              <a:r>
                <a:rPr lang="en-US" sz="2283" b="0" i="0" u="none" strike="noStrike" cap="none" dirty="0" err="1">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thức</a:t>
              </a:r>
              <a:r>
                <a:rPr lang="en-US" sz="2283" b="0" i="0" u="none" strike="noStrike" cap="none" dirty="0">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 </a:t>
              </a:r>
              <a:r>
                <a:rPr lang="en-US" sz="2283" b="0" i="0" u="none" strike="noStrike" cap="none" dirty="0" err="1">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là</a:t>
              </a:r>
              <a:r>
                <a:rPr lang="en-US" sz="2283" b="0" i="0" u="none" strike="noStrike" cap="none" dirty="0">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 </a:t>
              </a:r>
              <a:r>
                <a:rPr lang="en-US" sz="2283" b="0" i="0" u="none" strike="noStrike" cap="none" dirty="0" err="1">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quá</a:t>
              </a:r>
              <a:r>
                <a:rPr lang="en-US" sz="2283" b="0" i="0" u="none" strike="noStrike" cap="none" dirty="0">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 </a:t>
              </a:r>
              <a:r>
                <a:rPr lang="en-US" sz="2283" b="0" i="0" u="none" strike="noStrike" cap="none" dirty="0" err="1">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trình</a:t>
              </a:r>
              <a:r>
                <a:rPr lang="en-US" sz="2283" b="0" i="0" u="none" strike="noStrike" cap="none" dirty="0">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 </a:t>
              </a:r>
              <a:r>
                <a:rPr lang="en-US" sz="2283" b="0" i="0" u="none" strike="noStrike" cap="none" dirty="0" err="1">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tự</a:t>
              </a:r>
              <a:r>
                <a:rPr lang="en-US" sz="2283" b="0" i="0" u="none" strike="noStrike" cap="none" dirty="0">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 ý </a:t>
              </a:r>
              <a:r>
                <a:rPr lang="en-US" sz="2283" b="0" i="0" u="none" strike="noStrike" cap="none" dirty="0" err="1">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thức</a:t>
              </a:r>
              <a:r>
                <a:rPr lang="en-US" sz="2283" b="0" i="0" u="none" strike="noStrike" cap="none" dirty="0">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 </a:t>
              </a:r>
              <a:r>
                <a:rPr lang="en-US" sz="2283" b="0" i="0" u="none" strike="noStrike" cap="none" dirty="0" err="1">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của</a:t>
              </a:r>
              <a:r>
                <a:rPr lang="en-US" sz="2283" b="0" i="0" u="none" strike="noStrike" cap="none" dirty="0">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 </a:t>
              </a:r>
              <a:r>
                <a:rPr lang="en-US" sz="2283" b="0" i="0" u="none" strike="noStrike" cap="none" dirty="0" err="1">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tinh</a:t>
              </a:r>
              <a:r>
                <a:rPr lang="en-US" sz="2283" b="0" i="0" u="none" strike="noStrike" cap="none" dirty="0">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 </a:t>
              </a:r>
              <a:r>
                <a:rPr lang="en-US" sz="2283" b="0" i="0" u="none" strike="noStrike" cap="none" dirty="0" err="1">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thần</a:t>
              </a:r>
              <a:r>
                <a:rPr lang="en-US" sz="2283" b="0" i="0" u="none" strike="noStrike" cap="none" dirty="0">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 </a:t>
              </a:r>
              <a:r>
                <a:rPr lang="en-US" sz="2283" b="0" i="0" u="none" strike="noStrike" cap="none" dirty="0" err="1">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thế</a:t>
              </a:r>
              <a:r>
                <a:rPr lang="en-US" sz="2283" b="0" i="0" u="none" strike="noStrike" cap="none" dirty="0">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 </a:t>
              </a:r>
              <a:r>
                <a:rPr lang="en-US" sz="2283" b="0" i="0" u="none" strike="noStrike" cap="none" dirty="0" err="1">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giới</a:t>
              </a:r>
              <a:r>
                <a:rPr lang="en-US" sz="2283" b="0" i="0" u="none" strike="noStrike" cap="none" dirty="0">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a:t>
              </a:r>
              <a:endParaRPr sz="2158" dirty="0">
                <a:latin typeface="Merriweather" panose="00000500000000000000" pitchFamily="2" charset="0"/>
                <a:ea typeface="Tahoma" panose="020B0604030504040204" pitchFamily="34" charset="0"/>
                <a:cs typeface="Tahoma" panose="020B0604030504040204" pitchFamily="34" charset="0"/>
              </a:endParaRPr>
            </a:p>
          </p:txBody>
        </p:sp>
      </p:grpSp>
      <p:sp>
        <p:nvSpPr>
          <p:cNvPr id="2" name="Google Shape;120;p16">
            <a:extLst>
              <a:ext uri="{FF2B5EF4-FFF2-40B4-BE49-F238E27FC236}">
                <a16:creationId xmlns:a16="http://schemas.microsoft.com/office/drawing/2014/main" id="{B5FA8F58-FD73-70C1-1C72-1863363989E4}"/>
              </a:ext>
            </a:extLst>
          </p:cNvPr>
          <p:cNvSpPr txBox="1"/>
          <p:nvPr/>
        </p:nvSpPr>
        <p:spPr>
          <a:xfrm>
            <a:off x="-12977850" y="571500"/>
            <a:ext cx="11401500" cy="5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003366"/>
                </a:solidFill>
                <a:latin typeface="Merriweather" panose="00000500000000000000" pitchFamily="2" charset="0"/>
                <a:ea typeface="Tahoma" panose="020B0604030504040204" pitchFamily="34" charset="0"/>
                <a:cs typeface="Tahoma" panose="020B0604030504040204" pitchFamily="34" charset="0"/>
                <a:sym typeface="Merriweather"/>
              </a:rPr>
              <a:t>Thuyết Không thể biết &amp; Duy vật cũ</a:t>
            </a:r>
            <a:endParaRPr>
              <a:latin typeface="Merriweather" panose="00000500000000000000" pitchFamily="2" charset="0"/>
              <a:ea typeface="Tahoma" panose="020B0604030504040204" pitchFamily="34" charset="0"/>
              <a:cs typeface="Tahoma" panose="020B0604030504040204" pitchFamily="34" charset="0"/>
            </a:endParaRPr>
          </a:p>
        </p:txBody>
      </p:sp>
      <p:grpSp>
        <p:nvGrpSpPr>
          <p:cNvPr id="3" name="Google Shape;122;p16">
            <a:extLst>
              <a:ext uri="{FF2B5EF4-FFF2-40B4-BE49-F238E27FC236}">
                <a16:creationId xmlns:a16="http://schemas.microsoft.com/office/drawing/2014/main" id="{84E2D71B-89B9-229E-07FF-7805A18E9929}"/>
              </a:ext>
            </a:extLst>
          </p:cNvPr>
          <p:cNvGrpSpPr/>
          <p:nvPr/>
        </p:nvGrpSpPr>
        <p:grpSpPr>
          <a:xfrm>
            <a:off x="310285" y="8264531"/>
            <a:ext cx="5693825" cy="3619300"/>
            <a:chOff x="571500" y="1147850"/>
            <a:chExt cx="6332101" cy="3619300"/>
          </a:xfrm>
        </p:grpSpPr>
        <p:pic>
          <p:nvPicPr>
            <p:cNvPr id="4" name="Google Shape;123;p16" descr="image.png">
              <a:extLst>
                <a:ext uri="{FF2B5EF4-FFF2-40B4-BE49-F238E27FC236}">
                  <a16:creationId xmlns:a16="http://schemas.microsoft.com/office/drawing/2014/main" id="{5A04FBF1-5E67-6A14-3E7A-140842C6E544}"/>
                </a:ext>
              </a:extLst>
            </p:cNvPr>
            <p:cNvPicPr preferRelativeResize="0"/>
            <p:nvPr/>
          </p:nvPicPr>
          <p:blipFill rotWithShape="1">
            <a:blip r:embed="rId5">
              <a:alphaModFix/>
            </a:blip>
            <a:srcRect/>
            <a:stretch/>
          </p:blipFill>
          <p:spPr>
            <a:xfrm>
              <a:off x="571500" y="1147850"/>
              <a:ext cx="6181075" cy="3619300"/>
            </a:xfrm>
            <a:prstGeom prst="rect">
              <a:avLst/>
            </a:prstGeom>
            <a:noFill/>
            <a:ln>
              <a:noFill/>
            </a:ln>
          </p:spPr>
        </p:pic>
        <p:sp>
          <p:nvSpPr>
            <p:cNvPr id="5" name="Google Shape;124;p16">
              <a:extLst>
                <a:ext uri="{FF2B5EF4-FFF2-40B4-BE49-F238E27FC236}">
                  <a16:creationId xmlns:a16="http://schemas.microsoft.com/office/drawing/2014/main" id="{5264F079-CAFA-91C1-4FC6-1AFEF9BECA47}"/>
                </a:ext>
              </a:extLst>
            </p:cNvPr>
            <p:cNvSpPr txBox="1"/>
            <p:nvPr/>
          </p:nvSpPr>
          <p:spPr>
            <a:xfrm>
              <a:off x="571501" y="1464653"/>
              <a:ext cx="6332100" cy="3963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574" b="1" i="0" u="none" strike="noStrike" cap="none">
                  <a:solidFill>
                    <a:srgbClr val="003366"/>
                  </a:solidFill>
                  <a:latin typeface="Merriweather" panose="00000500000000000000" pitchFamily="2" charset="0"/>
                  <a:ea typeface="Tahoma" panose="020B0604030504040204" pitchFamily="34" charset="0"/>
                  <a:cs typeface="Tahoma" panose="020B0604030504040204" pitchFamily="34" charset="0"/>
                  <a:sym typeface="Merriweather"/>
                </a:rPr>
                <a:t>Hoài nghi &amp; Bất khả tri</a:t>
              </a:r>
              <a:endParaRPr sz="2569">
                <a:latin typeface="Merriweather" panose="00000500000000000000" pitchFamily="2" charset="0"/>
                <a:ea typeface="Tahoma" panose="020B0604030504040204" pitchFamily="34" charset="0"/>
                <a:cs typeface="Tahoma" panose="020B0604030504040204" pitchFamily="34" charset="0"/>
              </a:endParaRPr>
            </a:p>
          </p:txBody>
        </p:sp>
        <p:sp>
          <p:nvSpPr>
            <p:cNvPr id="6" name="Google Shape;125;p16">
              <a:extLst>
                <a:ext uri="{FF2B5EF4-FFF2-40B4-BE49-F238E27FC236}">
                  <a16:creationId xmlns:a16="http://schemas.microsoft.com/office/drawing/2014/main" id="{6B956AF2-EA8E-9990-09AA-7B739C26F671}"/>
                </a:ext>
              </a:extLst>
            </p:cNvPr>
            <p:cNvSpPr txBox="1"/>
            <p:nvPr/>
          </p:nvSpPr>
          <p:spPr>
            <a:xfrm>
              <a:off x="722394" y="1987223"/>
              <a:ext cx="6030300" cy="2666114"/>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2707" b="1" i="0" u="none" strike="noStrike" cap="none">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Hium &amp; Cantơ:</a:t>
              </a:r>
              <a:r>
                <a:rPr lang="en-US" sz="2707" b="0" i="0" u="none" strike="noStrike" cap="none">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 Nghi ngờ khả năng nhận thức. Cantơ cho rằng chỉ biết hiện tượng bề ngoài, không thể biết "vật tự nó".</a:t>
              </a:r>
              <a:endParaRPr sz="2569">
                <a:latin typeface="Merriweather" panose="00000500000000000000" pitchFamily="2" charset="0"/>
                <a:ea typeface="Tahoma" panose="020B0604030504040204" pitchFamily="34" charset="0"/>
                <a:cs typeface="Tahoma" panose="020B0604030504040204" pitchFamily="34" charset="0"/>
              </a:endParaRPr>
            </a:p>
          </p:txBody>
        </p:sp>
      </p:grpSp>
      <p:grpSp>
        <p:nvGrpSpPr>
          <p:cNvPr id="7" name="Group 6">
            <a:extLst>
              <a:ext uri="{FF2B5EF4-FFF2-40B4-BE49-F238E27FC236}">
                <a16:creationId xmlns:a16="http://schemas.microsoft.com/office/drawing/2014/main" id="{C3E66AF5-2ABC-27A6-5388-1D506949448B}"/>
              </a:ext>
            </a:extLst>
          </p:cNvPr>
          <p:cNvGrpSpPr/>
          <p:nvPr/>
        </p:nvGrpSpPr>
        <p:grpSpPr>
          <a:xfrm>
            <a:off x="14467887" y="3275167"/>
            <a:ext cx="6220925" cy="3395850"/>
            <a:chOff x="5486925" y="3353875"/>
            <a:chExt cx="6220925" cy="3395850"/>
          </a:xfrm>
        </p:grpSpPr>
        <p:pic>
          <p:nvPicPr>
            <p:cNvPr id="8" name="Google Shape;119;p16" descr="image.png">
              <a:extLst>
                <a:ext uri="{FF2B5EF4-FFF2-40B4-BE49-F238E27FC236}">
                  <a16:creationId xmlns:a16="http://schemas.microsoft.com/office/drawing/2014/main" id="{4EA5D47D-7E3A-1410-B034-CE588D5D4C75}"/>
                </a:ext>
              </a:extLst>
            </p:cNvPr>
            <p:cNvPicPr preferRelativeResize="0"/>
            <p:nvPr/>
          </p:nvPicPr>
          <p:blipFill rotWithShape="1">
            <a:blip r:embed="rId5">
              <a:alphaModFix/>
            </a:blip>
            <a:srcRect/>
            <a:stretch/>
          </p:blipFill>
          <p:spPr>
            <a:xfrm>
              <a:off x="5486925" y="3353875"/>
              <a:ext cx="6220925" cy="3395850"/>
            </a:xfrm>
            <a:prstGeom prst="rect">
              <a:avLst/>
            </a:prstGeom>
            <a:noFill/>
            <a:ln>
              <a:noFill/>
            </a:ln>
          </p:spPr>
        </p:pic>
        <p:sp>
          <p:nvSpPr>
            <p:cNvPr id="9" name="Google Shape;126;p16">
              <a:extLst>
                <a:ext uri="{FF2B5EF4-FFF2-40B4-BE49-F238E27FC236}">
                  <a16:creationId xmlns:a16="http://schemas.microsoft.com/office/drawing/2014/main" id="{9E4F44D4-F0BA-0FC5-39AB-7A26E0D682EF}"/>
                </a:ext>
              </a:extLst>
            </p:cNvPr>
            <p:cNvSpPr txBox="1"/>
            <p:nvPr/>
          </p:nvSpPr>
          <p:spPr>
            <a:xfrm>
              <a:off x="5787301" y="3606475"/>
              <a:ext cx="5803800" cy="400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600" b="1" i="0" u="none" strike="noStrike" cap="none">
                  <a:solidFill>
                    <a:srgbClr val="003366"/>
                  </a:solidFill>
                  <a:latin typeface="Merriweather" panose="00000500000000000000" pitchFamily="2" charset="0"/>
                  <a:ea typeface="Tahoma" panose="020B0604030504040204" pitchFamily="34" charset="0"/>
                  <a:cs typeface="Tahoma" panose="020B0604030504040204" pitchFamily="34" charset="0"/>
                  <a:sym typeface="Merriweather"/>
                </a:rPr>
                <a:t>Duy vật trước Mác</a:t>
              </a:r>
              <a:endParaRPr sz="2600">
                <a:latin typeface="Merriweather" panose="00000500000000000000" pitchFamily="2" charset="0"/>
                <a:ea typeface="Tahoma" panose="020B0604030504040204" pitchFamily="34" charset="0"/>
                <a:cs typeface="Tahoma" panose="020B0604030504040204" pitchFamily="34" charset="0"/>
              </a:endParaRPr>
            </a:p>
          </p:txBody>
        </p:sp>
        <p:sp>
          <p:nvSpPr>
            <p:cNvPr id="10" name="Google Shape;127;p16">
              <a:extLst>
                <a:ext uri="{FF2B5EF4-FFF2-40B4-BE49-F238E27FC236}">
                  <a16:creationId xmlns:a16="http://schemas.microsoft.com/office/drawing/2014/main" id="{D0B54EAF-1012-D5F1-EA28-99DEF232BD3D}"/>
                </a:ext>
              </a:extLst>
            </p:cNvPr>
            <p:cNvSpPr txBox="1"/>
            <p:nvPr/>
          </p:nvSpPr>
          <p:spPr>
            <a:xfrm>
              <a:off x="5925439" y="4245325"/>
              <a:ext cx="5527500" cy="2462213"/>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2500" b="0" i="0" u="none" strike="noStrike" cap="none">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Thừa nhận khả năng nhận thức nhưng coi đó là sự phản ánh </a:t>
              </a:r>
              <a:r>
                <a:rPr lang="en-US" sz="2500" b="1" i="0" u="none" strike="noStrike" cap="none">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thụ động, sao chép đơn giản</a:t>
              </a:r>
              <a:r>
                <a:rPr lang="en-US" sz="2500" b="0" i="0" u="none" strike="noStrike" cap="none">
                  <a:solidFill>
                    <a:srgbClr val="334155"/>
                  </a:solidFill>
                  <a:latin typeface="Merriweather" panose="00000500000000000000" pitchFamily="2" charset="0"/>
                  <a:ea typeface="Tahoma" panose="020B0604030504040204" pitchFamily="34" charset="0"/>
                  <a:cs typeface="Tahoma" panose="020B0604030504040204" pitchFamily="34" charset="0"/>
                  <a:sym typeface="DM Sans"/>
                </a:rPr>
                <a:t>, thiếu vai trò thực tiễn.</a:t>
              </a:r>
              <a:endParaRPr sz="2500">
                <a:latin typeface="Merriweather" panose="00000500000000000000" pitchFamily="2" charset="0"/>
                <a:ea typeface="Tahoma" panose="020B0604030504040204" pitchFamily="34" charset="0"/>
                <a:cs typeface="Tahoma" panose="020B0604030504040204" pitchFamily="34" charset="0"/>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9E5"/>
        </a:solidFill>
        <a:effectLst/>
      </p:bgPr>
    </p:bg>
    <p:spTree>
      <p:nvGrpSpPr>
        <p:cNvPr id="1" name="Shape 117">
          <a:extLst>
            <a:ext uri="{FF2B5EF4-FFF2-40B4-BE49-F238E27FC236}">
              <a16:creationId xmlns:a16="http://schemas.microsoft.com/office/drawing/2014/main" id="{3AA12B68-9E9F-B753-8DD5-635C2CB39C19}"/>
            </a:ext>
          </a:extLst>
        </p:cNvPr>
        <p:cNvGrpSpPr/>
        <p:nvPr/>
      </p:nvGrpSpPr>
      <p:grpSpPr>
        <a:xfrm>
          <a:off x="0" y="0"/>
          <a:ext cx="0" cy="0"/>
          <a:chOff x="0" y="0"/>
          <a:chExt cx="0" cy="0"/>
        </a:xfrm>
      </p:grpSpPr>
      <p:sp>
        <p:nvSpPr>
          <p:cNvPr id="23" name="Google Shape;134;p17">
            <a:extLst>
              <a:ext uri="{FF2B5EF4-FFF2-40B4-BE49-F238E27FC236}">
                <a16:creationId xmlns:a16="http://schemas.microsoft.com/office/drawing/2014/main" id="{FBDAFAE2-67D1-E88E-22A2-EBAE24726AEF}"/>
              </a:ext>
            </a:extLst>
          </p:cNvPr>
          <p:cNvSpPr txBox="1"/>
          <p:nvPr/>
        </p:nvSpPr>
        <p:spPr>
          <a:xfrm>
            <a:off x="4641214" y="2765424"/>
            <a:ext cx="222886" cy="30778"/>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0" b="1" i="0" u="none" strike="noStrike" cap="none" dirty="0">
                <a:solidFill>
                  <a:srgbClr val="003366"/>
                </a:solidFill>
                <a:latin typeface="Merriweather" panose="00000500000000000000" pitchFamily="2" charset="0"/>
                <a:ea typeface="Merriweather"/>
                <a:cs typeface="Merriweather"/>
                <a:sym typeface="Merriweather"/>
              </a:rPr>
              <a:t>Lý </a:t>
            </a:r>
            <a:r>
              <a:rPr lang="en-US" sz="100" b="1" i="0" u="none" strike="noStrike" cap="none" dirty="0" err="1">
                <a:solidFill>
                  <a:srgbClr val="003366"/>
                </a:solidFill>
                <a:latin typeface="Merriweather" panose="00000500000000000000" pitchFamily="2" charset="0"/>
                <a:ea typeface="Merriweather"/>
                <a:cs typeface="Merriweather"/>
                <a:sym typeface="Merriweather"/>
              </a:rPr>
              <a:t>luận</a:t>
            </a:r>
            <a:r>
              <a:rPr lang="en-US" sz="100" b="1" i="0" u="none" strike="noStrike" cap="none" dirty="0">
                <a:solidFill>
                  <a:srgbClr val="003366"/>
                </a:solidFill>
                <a:latin typeface="Merriweather" panose="00000500000000000000" pitchFamily="2" charset="0"/>
                <a:ea typeface="Merriweather"/>
                <a:cs typeface="Merriweather"/>
                <a:sym typeface="Merriweather"/>
              </a:rPr>
              <a:t> </a:t>
            </a:r>
            <a:r>
              <a:rPr lang="en-US" sz="100" b="1" i="0" u="none" strike="noStrike" cap="none" dirty="0" err="1">
                <a:solidFill>
                  <a:srgbClr val="003366"/>
                </a:solidFill>
                <a:latin typeface="Merriweather" panose="00000500000000000000" pitchFamily="2" charset="0"/>
                <a:ea typeface="Merriweather"/>
                <a:cs typeface="Merriweather"/>
                <a:sym typeface="Merriweather"/>
              </a:rPr>
              <a:t>Nhận</a:t>
            </a:r>
            <a:r>
              <a:rPr lang="en-US" sz="100" b="1" i="0" u="none" strike="noStrike" cap="none" dirty="0">
                <a:solidFill>
                  <a:srgbClr val="003366"/>
                </a:solidFill>
                <a:latin typeface="Merriweather" panose="00000500000000000000" pitchFamily="2" charset="0"/>
                <a:ea typeface="Merriweather"/>
                <a:cs typeface="Merriweather"/>
                <a:sym typeface="Merriweather"/>
              </a:rPr>
              <a:t> </a:t>
            </a:r>
            <a:r>
              <a:rPr lang="en-US" sz="100" b="1" i="0" u="none" strike="noStrike" cap="none" dirty="0" err="1">
                <a:solidFill>
                  <a:srgbClr val="003366"/>
                </a:solidFill>
                <a:latin typeface="Merriweather" panose="00000500000000000000" pitchFamily="2" charset="0"/>
                <a:ea typeface="Merriweather"/>
                <a:cs typeface="Merriweather"/>
                <a:sym typeface="Merriweather"/>
              </a:rPr>
              <a:t>thức</a:t>
            </a:r>
            <a:br>
              <a:rPr lang="en-US" sz="100" b="0" i="0" u="none" strike="noStrike" cap="none" dirty="0">
                <a:solidFill>
                  <a:schemeClr val="dk1"/>
                </a:solidFill>
                <a:latin typeface="Merriweather" panose="00000500000000000000" pitchFamily="2" charset="0"/>
                <a:ea typeface="Calibri"/>
                <a:cs typeface="Calibri"/>
                <a:sym typeface="Calibri"/>
              </a:rPr>
            </a:br>
            <a:r>
              <a:rPr lang="en-US" sz="100" b="1" i="0" u="none" strike="noStrike" cap="none" dirty="0">
                <a:solidFill>
                  <a:srgbClr val="003366"/>
                </a:solidFill>
                <a:latin typeface="Merriweather" panose="00000500000000000000" pitchFamily="2" charset="0"/>
                <a:ea typeface="Merriweather"/>
                <a:cs typeface="Merriweather"/>
                <a:sym typeface="Merriweather"/>
              </a:rPr>
              <a:t> Duy </a:t>
            </a:r>
            <a:r>
              <a:rPr lang="en-US" sz="100" b="1" i="0" u="none" strike="noStrike" cap="none" dirty="0" err="1">
                <a:solidFill>
                  <a:srgbClr val="003366"/>
                </a:solidFill>
                <a:latin typeface="Merriweather" panose="00000500000000000000" pitchFamily="2" charset="0"/>
                <a:ea typeface="Merriweather"/>
                <a:cs typeface="Merriweather"/>
                <a:sym typeface="Merriweather"/>
              </a:rPr>
              <a:t>vật</a:t>
            </a:r>
            <a:r>
              <a:rPr lang="en-US" sz="100" b="1" i="0" u="none" strike="noStrike" cap="none" dirty="0">
                <a:solidFill>
                  <a:srgbClr val="003366"/>
                </a:solidFill>
                <a:latin typeface="Merriweather" panose="00000500000000000000" pitchFamily="2" charset="0"/>
                <a:ea typeface="Merriweather"/>
                <a:cs typeface="Merriweather"/>
                <a:sym typeface="Merriweather"/>
              </a:rPr>
              <a:t> </a:t>
            </a:r>
            <a:r>
              <a:rPr lang="en-US" sz="100" b="1" i="0" u="none" strike="noStrike" cap="none" dirty="0" err="1">
                <a:solidFill>
                  <a:srgbClr val="003366"/>
                </a:solidFill>
                <a:latin typeface="Merriweather" panose="00000500000000000000" pitchFamily="2" charset="0"/>
                <a:ea typeface="Merriweather"/>
                <a:cs typeface="Merriweather"/>
                <a:sym typeface="Merriweather"/>
              </a:rPr>
              <a:t>Biện</a:t>
            </a:r>
            <a:r>
              <a:rPr lang="en-US" sz="100" b="1" i="0" u="none" strike="noStrike" cap="none" dirty="0">
                <a:solidFill>
                  <a:srgbClr val="003366"/>
                </a:solidFill>
                <a:latin typeface="Merriweather" panose="00000500000000000000" pitchFamily="2" charset="0"/>
                <a:ea typeface="Merriweather"/>
                <a:cs typeface="Merriweather"/>
                <a:sym typeface="Merriweather"/>
              </a:rPr>
              <a:t> </a:t>
            </a:r>
            <a:r>
              <a:rPr lang="en-US" sz="100" b="1" i="0" u="none" strike="noStrike" cap="none" dirty="0" err="1">
                <a:solidFill>
                  <a:srgbClr val="003366"/>
                </a:solidFill>
                <a:latin typeface="Merriweather" panose="00000500000000000000" pitchFamily="2" charset="0"/>
                <a:ea typeface="Merriweather"/>
                <a:cs typeface="Merriweather"/>
                <a:sym typeface="Merriweather"/>
              </a:rPr>
              <a:t>chứng</a:t>
            </a:r>
            <a:endParaRPr sz="100" dirty="0">
              <a:latin typeface="Merriweather" panose="00000500000000000000" pitchFamily="2" charset="0"/>
            </a:endParaRPr>
          </a:p>
        </p:txBody>
      </p:sp>
      <p:pic>
        <p:nvPicPr>
          <p:cNvPr id="118" name="Google Shape;118;p16" descr="image.png">
            <a:extLst>
              <a:ext uri="{FF2B5EF4-FFF2-40B4-BE49-F238E27FC236}">
                <a16:creationId xmlns:a16="http://schemas.microsoft.com/office/drawing/2014/main" id="{8A600278-CF33-804A-A3CC-95C586545929}"/>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20" name="Google Shape;120;p16">
            <a:extLst>
              <a:ext uri="{FF2B5EF4-FFF2-40B4-BE49-F238E27FC236}">
                <a16:creationId xmlns:a16="http://schemas.microsoft.com/office/drawing/2014/main" id="{BEB4E215-EF5D-FA35-C7E9-36F8A59C8395}"/>
              </a:ext>
            </a:extLst>
          </p:cNvPr>
          <p:cNvSpPr txBox="1"/>
          <p:nvPr/>
        </p:nvSpPr>
        <p:spPr>
          <a:xfrm>
            <a:off x="490500" y="276350"/>
            <a:ext cx="11401500" cy="5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003366"/>
                </a:solidFill>
                <a:latin typeface="Merriweather" panose="00000500000000000000" pitchFamily="2" charset="0"/>
                <a:ea typeface="Merriweather"/>
                <a:cs typeface="Merriweather"/>
                <a:sym typeface="Merriweather"/>
              </a:rPr>
              <a:t>Thuyết Không thể biết &amp; Duy vật cũ</a:t>
            </a:r>
            <a:endParaRPr>
              <a:latin typeface="Merriweather" panose="00000500000000000000" pitchFamily="2" charset="0"/>
            </a:endParaRPr>
          </a:p>
        </p:txBody>
      </p:sp>
      <p:sp>
        <p:nvSpPr>
          <p:cNvPr id="121" name="Google Shape;121;p16">
            <a:extLst>
              <a:ext uri="{FF2B5EF4-FFF2-40B4-BE49-F238E27FC236}">
                <a16:creationId xmlns:a16="http://schemas.microsoft.com/office/drawing/2014/main" id="{25748969-7B1C-7C50-9400-4794CD8E53BD}"/>
              </a:ext>
            </a:extLst>
          </p:cNvPr>
          <p:cNvSpPr/>
          <p:nvPr/>
        </p:nvSpPr>
        <p:spPr>
          <a:xfrm>
            <a:off x="300000" y="276350"/>
            <a:ext cx="76200" cy="523800"/>
          </a:xfrm>
          <a:prstGeom prst="rect">
            <a:avLst/>
          </a:prstGeom>
          <a:solidFill>
            <a:srgbClr val="D4AF3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erriweather" panose="00000500000000000000" pitchFamily="2" charset="0"/>
              <a:ea typeface="Calibri"/>
              <a:cs typeface="Calibri"/>
              <a:sym typeface="Calibri"/>
            </a:endParaRPr>
          </a:p>
        </p:txBody>
      </p:sp>
      <p:grpSp>
        <p:nvGrpSpPr>
          <p:cNvPr id="122" name="Google Shape;122;p16">
            <a:extLst>
              <a:ext uri="{FF2B5EF4-FFF2-40B4-BE49-F238E27FC236}">
                <a16:creationId xmlns:a16="http://schemas.microsoft.com/office/drawing/2014/main" id="{059FD08E-7ADB-5F54-3D33-F0736113C9FD}"/>
              </a:ext>
            </a:extLst>
          </p:cNvPr>
          <p:cNvGrpSpPr/>
          <p:nvPr/>
        </p:nvGrpSpPr>
        <p:grpSpPr>
          <a:xfrm>
            <a:off x="268493" y="1584422"/>
            <a:ext cx="5803800" cy="3689155"/>
            <a:chOff x="571500" y="1147850"/>
            <a:chExt cx="6332101" cy="3619300"/>
          </a:xfrm>
        </p:grpSpPr>
        <p:pic>
          <p:nvPicPr>
            <p:cNvPr id="123" name="Google Shape;123;p16" descr="image.png">
              <a:extLst>
                <a:ext uri="{FF2B5EF4-FFF2-40B4-BE49-F238E27FC236}">
                  <a16:creationId xmlns:a16="http://schemas.microsoft.com/office/drawing/2014/main" id="{55CD6B7C-29C5-2D6B-7888-8BE2CAA85F45}"/>
                </a:ext>
              </a:extLst>
            </p:cNvPr>
            <p:cNvPicPr preferRelativeResize="0"/>
            <p:nvPr/>
          </p:nvPicPr>
          <p:blipFill rotWithShape="1">
            <a:blip r:embed="rId4">
              <a:alphaModFix/>
            </a:blip>
            <a:srcRect/>
            <a:stretch/>
          </p:blipFill>
          <p:spPr>
            <a:xfrm>
              <a:off x="571500" y="1147850"/>
              <a:ext cx="6181075" cy="3619300"/>
            </a:xfrm>
            <a:prstGeom prst="rect">
              <a:avLst/>
            </a:prstGeom>
            <a:noFill/>
            <a:ln>
              <a:noFill/>
            </a:ln>
          </p:spPr>
        </p:pic>
        <p:sp>
          <p:nvSpPr>
            <p:cNvPr id="124" name="Google Shape;124;p16">
              <a:extLst>
                <a:ext uri="{FF2B5EF4-FFF2-40B4-BE49-F238E27FC236}">
                  <a16:creationId xmlns:a16="http://schemas.microsoft.com/office/drawing/2014/main" id="{1015B971-E983-CAE6-D363-FEE3BE4F94D3}"/>
                </a:ext>
              </a:extLst>
            </p:cNvPr>
            <p:cNvSpPr txBox="1"/>
            <p:nvPr/>
          </p:nvSpPr>
          <p:spPr>
            <a:xfrm>
              <a:off x="571501" y="1464653"/>
              <a:ext cx="6332100" cy="3963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574" b="1" i="0" u="none" strike="noStrike" cap="none">
                  <a:solidFill>
                    <a:srgbClr val="003366"/>
                  </a:solidFill>
                  <a:latin typeface="Merriweather" panose="00000500000000000000" pitchFamily="2" charset="0"/>
                  <a:ea typeface="Merriweather"/>
                  <a:cs typeface="Merriweather"/>
                  <a:sym typeface="Merriweather"/>
                </a:rPr>
                <a:t>Hoài nghi &amp; Bất khả tri</a:t>
              </a:r>
              <a:endParaRPr sz="2569">
                <a:latin typeface="Merriweather" panose="00000500000000000000" pitchFamily="2" charset="0"/>
              </a:endParaRPr>
            </a:p>
          </p:txBody>
        </p:sp>
        <p:sp>
          <p:nvSpPr>
            <p:cNvPr id="125" name="Google Shape;125;p16">
              <a:extLst>
                <a:ext uri="{FF2B5EF4-FFF2-40B4-BE49-F238E27FC236}">
                  <a16:creationId xmlns:a16="http://schemas.microsoft.com/office/drawing/2014/main" id="{29992E9E-39FE-9720-C1C6-997F70E8CD16}"/>
                </a:ext>
              </a:extLst>
            </p:cNvPr>
            <p:cNvSpPr txBox="1"/>
            <p:nvPr/>
          </p:nvSpPr>
          <p:spPr>
            <a:xfrm>
              <a:off x="722394" y="1987223"/>
              <a:ext cx="6030300" cy="2666114"/>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2707" b="1" i="0" u="none" strike="noStrike" cap="none" dirty="0">
                  <a:solidFill>
                    <a:srgbClr val="334155"/>
                  </a:solidFill>
                  <a:latin typeface="Merriweather" panose="00000500000000000000" pitchFamily="2" charset="0"/>
                  <a:ea typeface="DM Sans"/>
                  <a:cs typeface="DM Sans"/>
                  <a:sym typeface="DM Sans"/>
                </a:rPr>
                <a:t>Hium &amp; </a:t>
              </a:r>
              <a:r>
                <a:rPr lang="en-US" sz="2707" b="1" i="0" u="none" strike="noStrike" cap="none" dirty="0" err="1">
                  <a:solidFill>
                    <a:srgbClr val="334155"/>
                  </a:solidFill>
                  <a:latin typeface="Merriweather" panose="00000500000000000000" pitchFamily="2" charset="0"/>
                  <a:ea typeface="DM Sans"/>
                  <a:cs typeface="DM Sans"/>
                  <a:sym typeface="DM Sans"/>
                </a:rPr>
                <a:t>Cantơ</a:t>
              </a:r>
              <a:r>
                <a:rPr lang="en-US" sz="2707" b="1" i="0" u="none" strike="noStrike" cap="none" dirty="0">
                  <a:solidFill>
                    <a:srgbClr val="334155"/>
                  </a:solidFill>
                  <a:latin typeface="Merriweather" panose="00000500000000000000" pitchFamily="2" charset="0"/>
                  <a:ea typeface="DM Sans"/>
                  <a:cs typeface="DM Sans"/>
                  <a:sym typeface="DM Sans"/>
                </a:rPr>
                <a:t>:</a:t>
              </a:r>
              <a:r>
                <a:rPr lang="en-US" sz="2707" b="0" i="0" u="none" strike="noStrike" cap="none" dirty="0">
                  <a:solidFill>
                    <a:srgbClr val="334155"/>
                  </a:solidFill>
                  <a:latin typeface="Merriweather" panose="00000500000000000000" pitchFamily="2" charset="0"/>
                  <a:ea typeface="DM Sans"/>
                  <a:cs typeface="DM Sans"/>
                  <a:sym typeface="DM Sans"/>
                </a:rPr>
                <a:t> Nghi </a:t>
              </a:r>
              <a:r>
                <a:rPr lang="en-US" sz="2707" b="0" i="0" u="none" strike="noStrike" cap="none" dirty="0" err="1">
                  <a:solidFill>
                    <a:srgbClr val="334155"/>
                  </a:solidFill>
                  <a:latin typeface="Merriweather" panose="00000500000000000000" pitchFamily="2" charset="0"/>
                  <a:ea typeface="DM Sans"/>
                  <a:cs typeface="DM Sans"/>
                  <a:sym typeface="DM Sans"/>
                </a:rPr>
                <a:t>ngờ</a:t>
              </a:r>
              <a:r>
                <a:rPr lang="en-US" sz="2707" b="0" i="0" u="none" strike="noStrike" cap="none" dirty="0">
                  <a:solidFill>
                    <a:srgbClr val="334155"/>
                  </a:solidFill>
                  <a:latin typeface="Merriweather" panose="00000500000000000000" pitchFamily="2" charset="0"/>
                  <a:ea typeface="DM Sans"/>
                  <a:cs typeface="DM Sans"/>
                  <a:sym typeface="DM Sans"/>
                </a:rPr>
                <a:t> </a:t>
              </a:r>
              <a:r>
                <a:rPr lang="en-US" sz="2707" b="0" i="0" u="none" strike="noStrike" cap="none" dirty="0" err="1">
                  <a:solidFill>
                    <a:srgbClr val="334155"/>
                  </a:solidFill>
                  <a:latin typeface="Merriweather" panose="00000500000000000000" pitchFamily="2" charset="0"/>
                  <a:ea typeface="DM Sans"/>
                  <a:cs typeface="DM Sans"/>
                  <a:sym typeface="DM Sans"/>
                </a:rPr>
                <a:t>khả</a:t>
              </a:r>
              <a:r>
                <a:rPr lang="en-US" sz="2707" b="0" i="0" u="none" strike="noStrike" cap="none" dirty="0">
                  <a:solidFill>
                    <a:srgbClr val="334155"/>
                  </a:solidFill>
                  <a:latin typeface="Merriweather" panose="00000500000000000000" pitchFamily="2" charset="0"/>
                  <a:ea typeface="DM Sans"/>
                  <a:cs typeface="DM Sans"/>
                  <a:sym typeface="DM Sans"/>
                </a:rPr>
                <a:t> </a:t>
              </a:r>
              <a:r>
                <a:rPr lang="en-US" sz="2707" b="0" i="0" u="none" strike="noStrike" cap="none" dirty="0" err="1">
                  <a:solidFill>
                    <a:srgbClr val="334155"/>
                  </a:solidFill>
                  <a:latin typeface="Merriweather" panose="00000500000000000000" pitchFamily="2" charset="0"/>
                  <a:ea typeface="DM Sans"/>
                  <a:cs typeface="DM Sans"/>
                  <a:sym typeface="DM Sans"/>
                </a:rPr>
                <a:t>năng</a:t>
              </a:r>
              <a:r>
                <a:rPr lang="en-US" sz="2707" b="0" i="0" u="none" strike="noStrike" cap="none" dirty="0">
                  <a:solidFill>
                    <a:srgbClr val="334155"/>
                  </a:solidFill>
                  <a:latin typeface="Merriweather" panose="00000500000000000000" pitchFamily="2" charset="0"/>
                  <a:ea typeface="DM Sans"/>
                  <a:cs typeface="DM Sans"/>
                  <a:sym typeface="DM Sans"/>
                </a:rPr>
                <a:t> </a:t>
              </a:r>
              <a:r>
                <a:rPr lang="en-US" sz="2707" b="0" i="0" u="none" strike="noStrike" cap="none" dirty="0" err="1">
                  <a:solidFill>
                    <a:srgbClr val="334155"/>
                  </a:solidFill>
                  <a:latin typeface="Merriweather" panose="00000500000000000000" pitchFamily="2" charset="0"/>
                  <a:ea typeface="DM Sans"/>
                  <a:cs typeface="DM Sans"/>
                  <a:sym typeface="DM Sans"/>
                </a:rPr>
                <a:t>nhận</a:t>
              </a:r>
              <a:r>
                <a:rPr lang="en-US" sz="2707" b="0" i="0" u="none" strike="noStrike" cap="none" dirty="0">
                  <a:solidFill>
                    <a:srgbClr val="334155"/>
                  </a:solidFill>
                  <a:latin typeface="Merriweather" panose="00000500000000000000" pitchFamily="2" charset="0"/>
                  <a:ea typeface="DM Sans"/>
                  <a:cs typeface="DM Sans"/>
                  <a:sym typeface="DM Sans"/>
                </a:rPr>
                <a:t> </a:t>
              </a:r>
              <a:r>
                <a:rPr lang="en-US" sz="2707" b="0" i="0" u="none" strike="noStrike" cap="none" dirty="0" err="1">
                  <a:solidFill>
                    <a:srgbClr val="334155"/>
                  </a:solidFill>
                  <a:latin typeface="Merriweather" panose="00000500000000000000" pitchFamily="2" charset="0"/>
                  <a:ea typeface="DM Sans"/>
                  <a:cs typeface="DM Sans"/>
                  <a:sym typeface="DM Sans"/>
                </a:rPr>
                <a:t>thức</a:t>
              </a:r>
              <a:r>
                <a:rPr lang="en-US" sz="2707" b="0" i="0" u="none" strike="noStrike" cap="none" dirty="0">
                  <a:solidFill>
                    <a:srgbClr val="334155"/>
                  </a:solidFill>
                  <a:latin typeface="Merriweather" panose="00000500000000000000" pitchFamily="2" charset="0"/>
                  <a:ea typeface="DM Sans"/>
                  <a:cs typeface="DM Sans"/>
                  <a:sym typeface="DM Sans"/>
                </a:rPr>
                <a:t>. </a:t>
              </a:r>
              <a:r>
                <a:rPr lang="en-US" sz="2707" b="0" i="0" u="none" strike="noStrike" cap="none" dirty="0" err="1">
                  <a:solidFill>
                    <a:srgbClr val="334155"/>
                  </a:solidFill>
                  <a:latin typeface="Merriweather" panose="00000500000000000000" pitchFamily="2" charset="0"/>
                  <a:ea typeface="DM Sans"/>
                  <a:cs typeface="DM Sans"/>
                  <a:sym typeface="DM Sans"/>
                </a:rPr>
                <a:t>Cantơ</a:t>
              </a:r>
              <a:r>
                <a:rPr lang="en-US" sz="2707" b="0" i="0" u="none" strike="noStrike" cap="none" dirty="0">
                  <a:solidFill>
                    <a:srgbClr val="334155"/>
                  </a:solidFill>
                  <a:latin typeface="Merriweather" panose="00000500000000000000" pitchFamily="2" charset="0"/>
                  <a:ea typeface="DM Sans"/>
                  <a:cs typeface="DM Sans"/>
                  <a:sym typeface="DM Sans"/>
                </a:rPr>
                <a:t> </a:t>
              </a:r>
              <a:r>
                <a:rPr lang="en-US" sz="2707" b="0" i="0" u="none" strike="noStrike" cap="none" dirty="0" err="1">
                  <a:solidFill>
                    <a:srgbClr val="334155"/>
                  </a:solidFill>
                  <a:latin typeface="Merriweather" panose="00000500000000000000" pitchFamily="2" charset="0"/>
                  <a:ea typeface="DM Sans"/>
                  <a:cs typeface="DM Sans"/>
                  <a:sym typeface="DM Sans"/>
                </a:rPr>
                <a:t>cho</a:t>
              </a:r>
              <a:r>
                <a:rPr lang="en-US" sz="2707" b="0" i="0" u="none" strike="noStrike" cap="none" dirty="0">
                  <a:solidFill>
                    <a:srgbClr val="334155"/>
                  </a:solidFill>
                  <a:latin typeface="Merriweather" panose="00000500000000000000" pitchFamily="2" charset="0"/>
                  <a:ea typeface="DM Sans"/>
                  <a:cs typeface="DM Sans"/>
                  <a:sym typeface="DM Sans"/>
                </a:rPr>
                <a:t> </a:t>
              </a:r>
              <a:r>
                <a:rPr lang="en-US" sz="2707" b="0" i="0" u="none" strike="noStrike" cap="none" dirty="0" err="1">
                  <a:solidFill>
                    <a:srgbClr val="334155"/>
                  </a:solidFill>
                  <a:latin typeface="Merriweather" panose="00000500000000000000" pitchFamily="2" charset="0"/>
                  <a:ea typeface="DM Sans"/>
                  <a:cs typeface="DM Sans"/>
                  <a:sym typeface="DM Sans"/>
                </a:rPr>
                <a:t>rằng</a:t>
              </a:r>
              <a:r>
                <a:rPr lang="en-US" sz="2707" b="0" i="0" u="none" strike="noStrike" cap="none" dirty="0">
                  <a:solidFill>
                    <a:srgbClr val="334155"/>
                  </a:solidFill>
                  <a:latin typeface="Merriweather" panose="00000500000000000000" pitchFamily="2" charset="0"/>
                  <a:ea typeface="DM Sans"/>
                  <a:cs typeface="DM Sans"/>
                  <a:sym typeface="DM Sans"/>
                </a:rPr>
                <a:t> </a:t>
              </a:r>
              <a:r>
                <a:rPr lang="en-US" sz="2707" b="0" i="0" u="none" strike="noStrike" cap="none" dirty="0" err="1">
                  <a:solidFill>
                    <a:srgbClr val="334155"/>
                  </a:solidFill>
                  <a:latin typeface="Merriweather" panose="00000500000000000000" pitchFamily="2" charset="0"/>
                  <a:ea typeface="DM Sans"/>
                  <a:cs typeface="DM Sans"/>
                  <a:sym typeface="DM Sans"/>
                </a:rPr>
                <a:t>chỉ</a:t>
              </a:r>
              <a:r>
                <a:rPr lang="en-US" sz="2707" b="0" i="0" u="none" strike="noStrike" cap="none" dirty="0">
                  <a:solidFill>
                    <a:srgbClr val="334155"/>
                  </a:solidFill>
                  <a:latin typeface="Merriweather" panose="00000500000000000000" pitchFamily="2" charset="0"/>
                  <a:ea typeface="DM Sans"/>
                  <a:cs typeface="DM Sans"/>
                  <a:sym typeface="DM Sans"/>
                </a:rPr>
                <a:t> </a:t>
              </a:r>
              <a:r>
                <a:rPr lang="en-US" sz="2707" b="0" i="0" u="none" strike="noStrike" cap="none" dirty="0" err="1">
                  <a:solidFill>
                    <a:srgbClr val="334155"/>
                  </a:solidFill>
                  <a:latin typeface="Merriweather" panose="00000500000000000000" pitchFamily="2" charset="0"/>
                  <a:ea typeface="DM Sans"/>
                  <a:cs typeface="DM Sans"/>
                  <a:sym typeface="DM Sans"/>
                </a:rPr>
                <a:t>biết</a:t>
              </a:r>
              <a:r>
                <a:rPr lang="en-US" sz="2707" b="0" i="0" u="none" strike="noStrike" cap="none" dirty="0">
                  <a:solidFill>
                    <a:srgbClr val="334155"/>
                  </a:solidFill>
                  <a:latin typeface="Merriweather" panose="00000500000000000000" pitchFamily="2" charset="0"/>
                  <a:ea typeface="DM Sans"/>
                  <a:cs typeface="DM Sans"/>
                  <a:sym typeface="DM Sans"/>
                </a:rPr>
                <a:t> </a:t>
              </a:r>
              <a:r>
                <a:rPr lang="en-US" sz="2707" b="0" i="0" u="none" strike="noStrike" cap="none" dirty="0" err="1">
                  <a:solidFill>
                    <a:srgbClr val="334155"/>
                  </a:solidFill>
                  <a:latin typeface="Merriweather" panose="00000500000000000000" pitchFamily="2" charset="0"/>
                  <a:ea typeface="DM Sans"/>
                  <a:cs typeface="DM Sans"/>
                  <a:sym typeface="DM Sans"/>
                </a:rPr>
                <a:t>hiện</a:t>
              </a:r>
              <a:r>
                <a:rPr lang="en-US" sz="2707" b="0" i="0" u="none" strike="noStrike" cap="none" dirty="0">
                  <a:solidFill>
                    <a:srgbClr val="334155"/>
                  </a:solidFill>
                  <a:latin typeface="Merriweather" panose="00000500000000000000" pitchFamily="2" charset="0"/>
                  <a:ea typeface="DM Sans"/>
                  <a:cs typeface="DM Sans"/>
                  <a:sym typeface="DM Sans"/>
                </a:rPr>
                <a:t> </a:t>
              </a:r>
              <a:r>
                <a:rPr lang="en-US" sz="2707" b="0" i="0" u="none" strike="noStrike" cap="none" dirty="0" err="1">
                  <a:solidFill>
                    <a:srgbClr val="334155"/>
                  </a:solidFill>
                  <a:latin typeface="Merriweather" panose="00000500000000000000" pitchFamily="2" charset="0"/>
                  <a:ea typeface="DM Sans"/>
                  <a:cs typeface="DM Sans"/>
                  <a:sym typeface="DM Sans"/>
                </a:rPr>
                <a:t>tượng</a:t>
              </a:r>
              <a:r>
                <a:rPr lang="en-US" sz="2707" b="0" i="0" u="none" strike="noStrike" cap="none" dirty="0">
                  <a:solidFill>
                    <a:srgbClr val="334155"/>
                  </a:solidFill>
                  <a:latin typeface="Merriweather" panose="00000500000000000000" pitchFamily="2" charset="0"/>
                  <a:ea typeface="DM Sans"/>
                  <a:cs typeface="DM Sans"/>
                  <a:sym typeface="DM Sans"/>
                </a:rPr>
                <a:t> </a:t>
              </a:r>
              <a:r>
                <a:rPr lang="en-US" sz="2707" b="0" i="0" u="none" strike="noStrike" cap="none" dirty="0" err="1">
                  <a:solidFill>
                    <a:srgbClr val="334155"/>
                  </a:solidFill>
                  <a:latin typeface="Merriweather" panose="00000500000000000000" pitchFamily="2" charset="0"/>
                  <a:ea typeface="DM Sans"/>
                  <a:cs typeface="DM Sans"/>
                  <a:sym typeface="DM Sans"/>
                </a:rPr>
                <a:t>bề</a:t>
              </a:r>
              <a:r>
                <a:rPr lang="en-US" sz="2707" b="0" i="0" u="none" strike="noStrike" cap="none" dirty="0">
                  <a:solidFill>
                    <a:srgbClr val="334155"/>
                  </a:solidFill>
                  <a:latin typeface="Merriweather" panose="00000500000000000000" pitchFamily="2" charset="0"/>
                  <a:ea typeface="DM Sans"/>
                  <a:cs typeface="DM Sans"/>
                  <a:sym typeface="DM Sans"/>
                </a:rPr>
                <a:t> </a:t>
              </a:r>
              <a:r>
                <a:rPr lang="en-US" sz="2707" b="0" i="0" u="none" strike="noStrike" cap="none" dirty="0" err="1">
                  <a:solidFill>
                    <a:srgbClr val="334155"/>
                  </a:solidFill>
                  <a:latin typeface="Merriweather" panose="00000500000000000000" pitchFamily="2" charset="0"/>
                  <a:ea typeface="DM Sans"/>
                  <a:cs typeface="DM Sans"/>
                  <a:sym typeface="DM Sans"/>
                </a:rPr>
                <a:t>ngoài</a:t>
              </a:r>
              <a:r>
                <a:rPr lang="en-US" sz="2707" b="0" i="0" u="none" strike="noStrike" cap="none" dirty="0">
                  <a:solidFill>
                    <a:srgbClr val="334155"/>
                  </a:solidFill>
                  <a:latin typeface="Merriweather" panose="00000500000000000000" pitchFamily="2" charset="0"/>
                  <a:ea typeface="DM Sans"/>
                  <a:cs typeface="DM Sans"/>
                  <a:sym typeface="DM Sans"/>
                </a:rPr>
                <a:t>, </a:t>
              </a:r>
              <a:r>
                <a:rPr lang="en-US" sz="2707" b="0" i="0" u="none" strike="noStrike" cap="none" dirty="0" err="1">
                  <a:solidFill>
                    <a:srgbClr val="334155"/>
                  </a:solidFill>
                  <a:latin typeface="Merriweather" panose="00000500000000000000" pitchFamily="2" charset="0"/>
                  <a:ea typeface="DM Sans"/>
                  <a:cs typeface="DM Sans"/>
                  <a:sym typeface="DM Sans"/>
                </a:rPr>
                <a:t>không</a:t>
              </a:r>
              <a:r>
                <a:rPr lang="en-US" sz="2707" b="0" i="0" u="none" strike="noStrike" cap="none" dirty="0">
                  <a:solidFill>
                    <a:srgbClr val="334155"/>
                  </a:solidFill>
                  <a:latin typeface="Merriweather" panose="00000500000000000000" pitchFamily="2" charset="0"/>
                  <a:ea typeface="DM Sans"/>
                  <a:cs typeface="DM Sans"/>
                  <a:sym typeface="DM Sans"/>
                </a:rPr>
                <a:t> </a:t>
              </a:r>
              <a:r>
                <a:rPr lang="en-US" sz="2707" b="0" i="0" u="none" strike="noStrike" cap="none" dirty="0" err="1">
                  <a:solidFill>
                    <a:srgbClr val="334155"/>
                  </a:solidFill>
                  <a:latin typeface="Merriweather" panose="00000500000000000000" pitchFamily="2" charset="0"/>
                  <a:ea typeface="DM Sans"/>
                  <a:cs typeface="DM Sans"/>
                  <a:sym typeface="DM Sans"/>
                </a:rPr>
                <a:t>thể</a:t>
              </a:r>
              <a:r>
                <a:rPr lang="en-US" sz="2707" b="0" i="0" u="none" strike="noStrike" cap="none" dirty="0">
                  <a:solidFill>
                    <a:srgbClr val="334155"/>
                  </a:solidFill>
                  <a:latin typeface="Merriweather" panose="00000500000000000000" pitchFamily="2" charset="0"/>
                  <a:ea typeface="DM Sans"/>
                  <a:cs typeface="DM Sans"/>
                  <a:sym typeface="DM Sans"/>
                </a:rPr>
                <a:t> </a:t>
              </a:r>
              <a:r>
                <a:rPr lang="en-US" sz="2707" b="0" i="0" u="none" strike="noStrike" cap="none" dirty="0" err="1">
                  <a:solidFill>
                    <a:srgbClr val="334155"/>
                  </a:solidFill>
                  <a:latin typeface="Merriweather" panose="00000500000000000000" pitchFamily="2" charset="0"/>
                  <a:ea typeface="DM Sans"/>
                  <a:cs typeface="DM Sans"/>
                  <a:sym typeface="DM Sans"/>
                </a:rPr>
                <a:t>biết</a:t>
              </a:r>
              <a:r>
                <a:rPr lang="en-US" sz="2707" b="0" i="0" u="none" strike="noStrike" cap="none" dirty="0">
                  <a:solidFill>
                    <a:srgbClr val="334155"/>
                  </a:solidFill>
                  <a:latin typeface="Merriweather" panose="00000500000000000000" pitchFamily="2" charset="0"/>
                  <a:ea typeface="DM Sans"/>
                  <a:cs typeface="DM Sans"/>
                  <a:sym typeface="DM Sans"/>
                </a:rPr>
                <a:t> "</a:t>
              </a:r>
              <a:r>
                <a:rPr lang="en-US" sz="2707" b="0" i="0" u="none" strike="noStrike" cap="none" dirty="0" err="1">
                  <a:solidFill>
                    <a:srgbClr val="334155"/>
                  </a:solidFill>
                  <a:latin typeface="Merriweather" panose="00000500000000000000" pitchFamily="2" charset="0"/>
                  <a:ea typeface="DM Sans"/>
                  <a:cs typeface="DM Sans"/>
                  <a:sym typeface="DM Sans"/>
                </a:rPr>
                <a:t>vật</a:t>
              </a:r>
              <a:r>
                <a:rPr lang="en-US" sz="2707" b="0" i="0" u="none" strike="noStrike" cap="none" dirty="0">
                  <a:solidFill>
                    <a:srgbClr val="334155"/>
                  </a:solidFill>
                  <a:latin typeface="Merriweather" panose="00000500000000000000" pitchFamily="2" charset="0"/>
                  <a:ea typeface="DM Sans"/>
                  <a:cs typeface="DM Sans"/>
                  <a:sym typeface="DM Sans"/>
                </a:rPr>
                <a:t> </a:t>
              </a:r>
              <a:r>
                <a:rPr lang="en-US" sz="2707" b="0" i="0" u="none" strike="noStrike" cap="none" dirty="0" err="1">
                  <a:solidFill>
                    <a:srgbClr val="334155"/>
                  </a:solidFill>
                  <a:latin typeface="Merriweather" panose="00000500000000000000" pitchFamily="2" charset="0"/>
                  <a:ea typeface="DM Sans"/>
                  <a:cs typeface="DM Sans"/>
                  <a:sym typeface="DM Sans"/>
                </a:rPr>
                <a:t>tự</a:t>
              </a:r>
              <a:r>
                <a:rPr lang="en-US" sz="2707" b="0" i="0" u="none" strike="noStrike" cap="none" dirty="0">
                  <a:solidFill>
                    <a:srgbClr val="334155"/>
                  </a:solidFill>
                  <a:latin typeface="Merriweather" panose="00000500000000000000" pitchFamily="2" charset="0"/>
                  <a:ea typeface="DM Sans"/>
                  <a:cs typeface="DM Sans"/>
                  <a:sym typeface="DM Sans"/>
                </a:rPr>
                <a:t> </a:t>
              </a:r>
              <a:r>
                <a:rPr lang="en-US" sz="2707" b="0" i="0" u="none" strike="noStrike" cap="none" dirty="0" err="1">
                  <a:solidFill>
                    <a:srgbClr val="334155"/>
                  </a:solidFill>
                  <a:latin typeface="Merriweather" panose="00000500000000000000" pitchFamily="2" charset="0"/>
                  <a:ea typeface="DM Sans"/>
                  <a:cs typeface="DM Sans"/>
                  <a:sym typeface="DM Sans"/>
                </a:rPr>
                <a:t>nó</a:t>
              </a:r>
              <a:r>
                <a:rPr lang="en-US" sz="2707" b="0" i="0" u="none" strike="noStrike" cap="none" dirty="0">
                  <a:solidFill>
                    <a:srgbClr val="334155"/>
                  </a:solidFill>
                  <a:latin typeface="Merriweather" panose="00000500000000000000" pitchFamily="2" charset="0"/>
                  <a:ea typeface="DM Sans"/>
                  <a:cs typeface="DM Sans"/>
                  <a:sym typeface="DM Sans"/>
                </a:rPr>
                <a:t>".</a:t>
              </a:r>
              <a:endParaRPr sz="2569" dirty="0">
                <a:latin typeface="Merriweather" panose="00000500000000000000" pitchFamily="2" charset="0"/>
              </a:endParaRPr>
            </a:p>
          </p:txBody>
        </p:sp>
      </p:grpSp>
      <p:grpSp>
        <p:nvGrpSpPr>
          <p:cNvPr id="13" name="Group 12">
            <a:extLst>
              <a:ext uri="{FF2B5EF4-FFF2-40B4-BE49-F238E27FC236}">
                <a16:creationId xmlns:a16="http://schemas.microsoft.com/office/drawing/2014/main" id="{4DE1FBB1-8DFA-2DC2-DE79-CE69CFE0CB8B}"/>
              </a:ext>
            </a:extLst>
          </p:cNvPr>
          <p:cNvGrpSpPr/>
          <p:nvPr/>
        </p:nvGrpSpPr>
        <p:grpSpPr>
          <a:xfrm>
            <a:off x="6096000" y="3021020"/>
            <a:ext cx="5803800" cy="3453597"/>
            <a:chOff x="5486925" y="3353875"/>
            <a:chExt cx="6220925" cy="3395850"/>
          </a:xfrm>
        </p:grpSpPr>
        <p:pic>
          <p:nvPicPr>
            <p:cNvPr id="119" name="Google Shape;119;p16" descr="image.png">
              <a:extLst>
                <a:ext uri="{FF2B5EF4-FFF2-40B4-BE49-F238E27FC236}">
                  <a16:creationId xmlns:a16="http://schemas.microsoft.com/office/drawing/2014/main" id="{E41C7D89-784F-1A87-D463-9D2C7660030B}"/>
                </a:ext>
              </a:extLst>
            </p:cNvPr>
            <p:cNvPicPr preferRelativeResize="0"/>
            <p:nvPr/>
          </p:nvPicPr>
          <p:blipFill rotWithShape="1">
            <a:blip r:embed="rId4">
              <a:alphaModFix/>
            </a:blip>
            <a:srcRect/>
            <a:stretch/>
          </p:blipFill>
          <p:spPr>
            <a:xfrm>
              <a:off x="5486925" y="3353875"/>
              <a:ext cx="6220925" cy="3395850"/>
            </a:xfrm>
            <a:prstGeom prst="rect">
              <a:avLst/>
            </a:prstGeom>
            <a:noFill/>
            <a:ln>
              <a:noFill/>
            </a:ln>
          </p:spPr>
        </p:pic>
        <p:sp>
          <p:nvSpPr>
            <p:cNvPr id="126" name="Google Shape;126;p16">
              <a:extLst>
                <a:ext uri="{FF2B5EF4-FFF2-40B4-BE49-F238E27FC236}">
                  <a16:creationId xmlns:a16="http://schemas.microsoft.com/office/drawing/2014/main" id="{37E4656F-800B-8579-D8D7-88FA0343E4E0}"/>
                </a:ext>
              </a:extLst>
            </p:cNvPr>
            <p:cNvSpPr txBox="1"/>
            <p:nvPr/>
          </p:nvSpPr>
          <p:spPr>
            <a:xfrm>
              <a:off x="5787301" y="3606475"/>
              <a:ext cx="5803800" cy="400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600" b="1" i="0" u="none" strike="noStrike" cap="none">
                  <a:solidFill>
                    <a:srgbClr val="003366"/>
                  </a:solidFill>
                  <a:latin typeface="Merriweather" panose="00000500000000000000" pitchFamily="2" charset="0"/>
                  <a:ea typeface="Merriweather"/>
                  <a:cs typeface="Merriweather"/>
                  <a:sym typeface="Merriweather"/>
                </a:rPr>
                <a:t>Duy vật trước Mác</a:t>
              </a:r>
              <a:endParaRPr sz="2600">
                <a:latin typeface="Merriweather" panose="00000500000000000000" pitchFamily="2" charset="0"/>
              </a:endParaRPr>
            </a:p>
          </p:txBody>
        </p:sp>
        <p:sp>
          <p:nvSpPr>
            <p:cNvPr id="127" name="Google Shape;127;p16">
              <a:extLst>
                <a:ext uri="{FF2B5EF4-FFF2-40B4-BE49-F238E27FC236}">
                  <a16:creationId xmlns:a16="http://schemas.microsoft.com/office/drawing/2014/main" id="{CBBB6AF5-CFCE-450F-E84B-B8D9F357DCA9}"/>
                </a:ext>
              </a:extLst>
            </p:cNvPr>
            <p:cNvSpPr txBox="1"/>
            <p:nvPr/>
          </p:nvSpPr>
          <p:spPr>
            <a:xfrm>
              <a:off x="5925439" y="4245325"/>
              <a:ext cx="5527500" cy="2462213"/>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2500" b="0" i="0" u="none" strike="noStrike" cap="none" dirty="0" err="1">
                  <a:solidFill>
                    <a:srgbClr val="334155"/>
                  </a:solidFill>
                  <a:latin typeface="Merriweather" panose="00000500000000000000" pitchFamily="2" charset="0"/>
                  <a:ea typeface="DM Sans"/>
                  <a:cs typeface="DM Sans"/>
                  <a:sym typeface="DM Sans"/>
                </a:rPr>
                <a:t>Thừa</a:t>
              </a:r>
              <a:r>
                <a:rPr lang="en-US" sz="2500" b="0" i="0" u="none" strike="noStrike" cap="none" dirty="0">
                  <a:solidFill>
                    <a:srgbClr val="334155"/>
                  </a:solidFill>
                  <a:latin typeface="Merriweather" panose="00000500000000000000" pitchFamily="2" charset="0"/>
                  <a:ea typeface="DM Sans"/>
                  <a:cs typeface="DM Sans"/>
                  <a:sym typeface="DM Sans"/>
                </a:rPr>
                <a:t> </a:t>
              </a:r>
              <a:r>
                <a:rPr lang="en-US" sz="2500" b="0" i="0" u="none" strike="noStrike" cap="none" dirty="0" err="1">
                  <a:solidFill>
                    <a:srgbClr val="334155"/>
                  </a:solidFill>
                  <a:latin typeface="Merriweather" panose="00000500000000000000" pitchFamily="2" charset="0"/>
                  <a:ea typeface="DM Sans"/>
                  <a:cs typeface="DM Sans"/>
                  <a:sym typeface="DM Sans"/>
                </a:rPr>
                <a:t>nhận</a:t>
              </a:r>
              <a:r>
                <a:rPr lang="en-US" sz="2500" b="0" i="0" u="none" strike="noStrike" cap="none" dirty="0">
                  <a:solidFill>
                    <a:srgbClr val="334155"/>
                  </a:solidFill>
                  <a:latin typeface="Merriweather" panose="00000500000000000000" pitchFamily="2" charset="0"/>
                  <a:ea typeface="DM Sans"/>
                  <a:cs typeface="DM Sans"/>
                  <a:sym typeface="DM Sans"/>
                </a:rPr>
                <a:t> </a:t>
              </a:r>
              <a:r>
                <a:rPr lang="en-US" sz="2500" b="0" i="0" u="none" strike="noStrike" cap="none" dirty="0" err="1">
                  <a:solidFill>
                    <a:srgbClr val="334155"/>
                  </a:solidFill>
                  <a:latin typeface="Merriweather" panose="00000500000000000000" pitchFamily="2" charset="0"/>
                  <a:ea typeface="DM Sans"/>
                  <a:cs typeface="DM Sans"/>
                  <a:sym typeface="DM Sans"/>
                </a:rPr>
                <a:t>khả</a:t>
              </a:r>
              <a:r>
                <a:rPr lang="en-US" sz="2500" b="0" i="0" u="none" strike="noStrike" cap="none" dirty="0">
                  <a:solidFill>
                    <a:srgbClr val="334155"/>
                  </a:solidFill>
                  <a:latin typeface="Merriweather" panose="00000500000000000000" pitchFamily="2" charset="0"/>
                  <a:ea typeface="DM Sans"/>
                  <a:cs typeface="DM Sans"/>
                  <a:sym typeface="DM Sans"/>
                </a:rPr>
                <a:t> </a:t>
              </a:r>
              <a:r>
                <a:rPr lang="en-US" sz="2500" b="0" i="0" u="none" strike="noStrike" cap="none" dirty="0" err="1">
                  <a:solidFill>
                    <a:srgbClr val="334155"/>
                  </a:solidFill>
                  <a:latin typeface="Merriweather" panose="00000500000000000000" pitchFamily="2" charset="0"/>
                  <a:ea typeface="DM Sans"/>
                  <a:cs typeface="DM Sans"/>
                  <a:sym typeface="DM Sans"/>
                </a:rPr>
                <a:t>năng</a:t>
              </a:r>
              <a:r>
                <a:rPr lang="en-US" sz="2500" b="0" i="0" u="none" strike="noStrike" cap="none" dirty="0">
                  <a:solidFill>
                    <a:srgbClr val="334155"/>
                  </a:solidFill>
                  <a:latin typeface="Merriweather" panose="00000500000000000000" pitchFamily="2" charset="0"/>
                  <a:ea typeface="DM Sans"/>
                  <a:cs typeface="DM Sans"/>
                  <a:sym typeface="DM Sans"/>
                </a:rPr>
                <a:t> </a:t>
              </a:r>
              <a:r>
                <a:rPr lang="en-US" sz="2500" b="0" i="0" u="none" strike="noStrike" cap="none" dirty="0" err="1">
                  <a:solidFill>
                    <a:srgbClr val="334155"/>
                  </a:solidFill>
                  <a:latin typeface="Merriweather" panose="00000500000000000000" pitchFamily="2" charset="0"/>
                  <a:ea typeface="DM Sans"/>
                  <a:cs typeface="DM Sans"/>
                  <a:sym typeface="DM Sans"/>
                </a:rPr>
                <a:t>nhận</a:t>
              </a:r>
              <a:r>
                <a:rPr lang="en-US" sz="2500" b="0" i="0" u="none" strike="noStrike" cap="none" dirty="0">
                  <a:solidFill>
                    <a:srgbClr val="334155"/>
                  </a:solidFill>
                  <a:latin typeface="Merriweather" panose="00000500000000000000" pitchFamily="2" charset="0"/>
                  <a:ea typeface="DM Sans"/>
                  <a:cs typeface="DM Sans"/>
                  <a:sym typeface="DM Sans"/>
                </a:rPr>
                <a:t> </a:t>
              </a:r>
              <a:r>
                <a:rPr lang="en-US" sz="2500" b="0" i="0" u="none" strike="noStrike" cap="none" dirty="0" err="1">
                  <a:solidFill>
                    <a:srgbClr val="334155"/>
                  </a:solidFill>
                  <a:latin typeface="Merriweather" panose="00000500000000000000" pitchFamily="2" charset="0"/>
                  <a:ea typeface="DM Sans"/>
                  <a:cs typeface="DM Sans"/>
                  <a:sym typeface="DM Sans"/>
                </a:rPr>
                <a:t>thức</a:t>
              </a:r>
              <a:r>
                <a:rPr lang="en-US" sz="2500" b="0" i="0" u="none" strike="noStrike" cap="none" dirty="0">
                  <a:solidFill>
                    <a:srgbClr val="334155"/>
                  </a:solidFill>
                  <a:latin typeface="Merriweather" panose="00000500000000000000" pitchFamily="2" charset="0"/>
                  <a:ea typeface="DM Sans"/>
                  <a:cs typeface="DM Sans"/>
                  <a:sym typeface="DM Sans"/>
                </a:rPr>
                <a:t> </a:t>
              </a:r>
              <a:r>
                <a:rPr lang="en-US" sz="2500" b="0" i="0" u="none" strike="noStrike" cap="none" dirty="0" err="1">
                  <a:solidFill>
                    <a:srgbClr val="334155"/>
                  </a:solidFill>
                  <a:latin typeface="Merriweather" panose="00000500000000000000" pitchFamily="2" charset="0"/>
                  <a:ea typeface="DM Sans"/>
                  <a:cs typeface="DM Sans"/>
                  <a:sym typeface="DM Sans"/>
                </a:rPr>
                <a:t>nhưng</a:t>
              </a:r>
              <a:r>
                <a:rPr lang="en-US" sz="2500" b="0" i="0" u="none" strike="noStrike" cap="none" dirty="0">
                  <a:solidFill>
                    <a:srgbClr val="334155"/>
                  </a:solidFill>
                  <a:latin typeface="Merriweather" panose="00000500000000000000" pitchFamily="2" charset="0"/>
                  <a:ea typeface="DM Sans"/>
                  <a:cs typeface="DM Sans"/>
                  <a:sym typeface="DM Sans"/>
                </a:rPr>
                <a:t> </a:t>
              </a:r>
              <a:r>
                <a:rPr lang="en-US" sz="2500" b="0" i="0" u="none" strike="noStrike" cap="none" dirty="0" err="1">
                  <a:solidFill>
                    <a:srgbClr val="334155"/>
                  </a:solidFill>
                  <a:latin typeface="Merriweather" panose="00000500000000000000" pitchFamily="2" charset="0"/>
                  <a:ea typeface="DM Sans"/>
                  <a:cs typeface="DM Sans"/>
                  <a:sym typeface="DM Sans"/>
                </a:rPr>
                <a:t>coi</a:t>
              </a:r>
              <a:r>
                <a:rPr lang="en-US" sz="2500" b="0" i="0" u="none" strike="noStrike" cap="none" dirty="0">
                  <a:solidFill>
                    <a:srgbClr val="334155"/>
                  </a:solidFill>
                  <a:latin typeface="Merriweather" panose="00000500000000000000" pitchFamily="2" charset="0"/>
                  <a:ea typeface="DM Sans"/>
                  <a:cs typeface="DM Sans"/>
                  <a:sym typeface="DM Sans"/>
                </a:rPr>
                <a:t> </a:t>
              </a:r>
              <a:r>
                <a:rPr lang="en-US" sz="2500" b="0" i="0" u="none" strike="noStrike" cap="none" dirty="0" err="1">
                  <a:solidFill>
                    <a:srgbClr val="334155"/>
                  </a:solidFill>
                  <a:latin typeface="Merriweather" panose="00000500000000000000" pitchFamily="2" charset="0"/>
                  <a:ea typeface="DM Sans"/>
                  <a:cs typeface="DM Sans"/>
                  <a:sym typeface="DM Sans"/>
                </a:rPr>
                <a:t>đó</a:t>
              </a:r>
              <a:r>
                <a:rPr lang="en-US" sz="2500" b="0" i="0" u="none" strike="noStrike" cap="none" dirty="0">
                  <a:solidFill>
                    <a:srgbClr val="334155"/>
                  </a:solidFill>
                  <a:latin typeface="Merriweather" panose="00000500000000000000" pitchFamily="2" charset="0"/>
                  <a:ea typeface="DM Sans"/>
                  <a:cs typeface="DM Sans"/>
                  <a:sym typeface="DM Sans"/>
                </a:rPr>
                <a:t> </a:t>
              </a:r>
              <a:r>
                <a:rPr lang="en-US" sz="2500" b="0" i="0" u="none" strike="noStrike" cap="none" dirty="0" err="1">
                  <a:solidFill>
                    <a:srgbClr val="334155"/>
                  </a:solidFill>
                  <a:latin typeface="Merriweather" panose="00000500000000000000" pitchFamily="2" charset="0"/>
                  <a:ea typeface="DM Sans"/>
                  <a:cs typeface="DM Sans"/>
                  <a:sym typeface="DM Sans"/>
                </a:rPr>
                <a:t>là</a:t>
              </a:r>
              <a:r>
                <a:rPr lang="en-US" sz="2500" b="0" i="0" u="none" strike="noStrike" cap="none" dirty="0">
                  <a:solidFill>
                    <a:srgbClr val="334155"/>
                  </a:solidFill>
                  <a:latin typeface="Merriweather" panose="00000500000000000000" pitchFamily="2" charset="0"/>
                  <a:ea typeface="DM Sans"/>
                  <a:cs typeface="DM Sans"/>
                  <a:sym typeface="DM Sans"/>
                </a:rPr>
                <a:t> </a:t>
              </a:r>
              <a:r>
                <a:rPr lang="en-US" sz="2500" b="0" i="0" u="none" strike="noStrike" cap="none" dirty="0" err="1">
                  <a:solidFill>
                    <a:srgbClr val="334155"/>
                  </a:solidFill>
                  <a:latin typeface="Merriweather" panose="00000500000000000000" pitchFamily="2" charset="0"/>
                  <a:ea typeface="DM Sans"/>
                  <a:cs typeface="DM Sans"/>
                  <a:sym typeface="DM Sans"/>
                </a:rPr>
                <a:t>sự</a:t>
              </a:r>
              <a:r>
                <a:rPr lang="en-US" sz="2500" b="0" i="0" u="none" strike="noStrike" cap="none" dirty="0">
                  <a:solidFill>
                    <a:srgbClr val="334155"/>
                  </a:solidFill>
                  <a:latin typeface="Merriweather" panose="00000500000000000000" pitchFamily="2" charset="0"/>
                  <a:ea typeface="DM Sans"/>
                  <a:cs typeface="DM Sans"/>
                  <a:sym typeface="DM Sans"/>
                </a:rPr>
                <a:t> </a:t>
              </a:r>
              <a:r>
                <a:rPr lang="en-US" sz="2500" b="0" i="0" u="none" strike="noStrike" cap="none" dirty="0" err="1">
                  <a:solidFill>
                    <a:srgbClr val="334155"/>
                  </a:solidFill>
                  <a:latin typeface="Merriweather" panose="00000500000000000000" pitchFamily="2" charset="0"/>
                  <a:ea typeface="DM Sans"/>
                  <a:cs typeface="DM Sans"/>
                  <a:sym typeface="DM Sans"/>
                </a:rPr>
                <a:t>phản</a:t>
              </a:r>
              <a:r>
                <a:rPr lang="en-US" sz="2500" b="0" i="0" u="none" strike="noStrike" cap="none" dirty="0">
                  <a:solidFill>
                    <a:srgbClr val="334155"/>
                  </a:solidFill>
                  <a:latin typeface="Merriweather" panose="00000500000000000000" pitchFamily="2" charset="0"/>
                  <a:ea typeface="DM Sans"/>
                  <a:cs typeface="DM Sans"/>
                  <a:sym typeface="DM Sans"/>
                </a:rPr>
                <a:t> </a:t>
              </a:r>
              <a:r>
                <a:rPr lang="en-US" sz="2500" b="0" i="0" u="none" strike="noStrike" cap="none" dirty="0" err="1">
                  <a:solidFill>
                    <a:srgbClr val="334155"/>
                  </a:solidFill>
                  <a:latin typeface="Merriweather" panose="00000500000000000000" pitchFamily="2" charset="0"/>
                  <a:ea typeface="DM Sans"/>
                  <a:cs typeface="DM Sans"/>
                  <a:sym typeface="DM Sans"/>
                </a:rPr>
                <a:t>ánh</a:t>
              </a:r>
              <a:r>
                <a:rPr lang="en-US" sz="2500" b="0" i="0" u="none" strike="noStrike" cap="none" dirty="0">
                  <a:solidFill>
                    <a:srgbClr val="334155"/>
                  </a:solidFill>
                  <a:latin typeface="Merriweather" panose="00000500000000000000" pitchFamily="2" charset="0"/>
                  <a:ea typeface="DM Sans"/>
                  <a:cs typeface="DM Sans"/>
                  <a:sym typeface="DM Sans"/>
                </a:rPr>
                <a:t> </a:t>
              </a:r>
              <a:r>
                <a:rPr lang="en-US" sz="2500" b="1" i="0" u="none" strike="noStrike" cap="none" dirty="0" err="1">
                  <a:solidFill>
                    <a:srgbClr val="334155"/>
                  </a:solidFill>
                  <a:latin typeface="Merriweather" panose="00000500000000000000" pitchFamily="2" charset="0"/>
                  <a:ea typeface="DM Sans"/>
                  <a:cs typeface="DM Sans"/>
                  <a:sym typeface="DM Sans"/>
                </a:rPr>
                <a:t>thụ</a:t>
              </a:r>
              <a:r>
                <a:rPr lang="en-US" sz="2500" b="1" i="0" u="none" strike="noStrike" cap="none" dirty="0">
                  <a:solidFill>
                    <a:srgbClr val="334155"/>
                  </a:solidFill>
                  <a:latin typeface="Merriweather" panose="00000500000000000000" pitchFamily="2" charset="0"/>
                  <a:ea typeface="DM Sans"/>
                  <a:cs typeface="DM Sans"/>
                  <a:sym typeface="DM Sans"/>
                </a:rPr>
                <a:t> </a:t>
              </a:r>
              <a:r>
                <a:rPr lang="en-US" sz="2500" b="1" i="0" u="none" strike="noStrike" cap="none" dirty="0" err="1">
                  <a:solidFill>
                    <a:srgbClr val="334155"/>
                  </a:solidFill>
                  <a:latin typeface="Merriweather" panose="00000500000000000000" pitchFamily="2" charset="0"/>
                  <a:ea typeface="DM Sans"/>
                  <a:cs typeface="DM Sans"/>
                  <a:sym typeface="DM Sans"/>
                </a:rPr>
                <a:t>động</a:t>
              </a:r>
              <a:r>
                <a:rPr lang="en-US" sz="2500" b="1" i="0" u="none" strike="noStrike" cap="none" dirty="0">
                  <a:solidFill>
                    <a:srgbClr val="334155"/>
                  </a:solidFill>
                  <a:latin typeface="Merriweather" panose="00000500000000000000" pitchFamily="2" charset="0"/>
                  <a:ea typeface="DM Sans"/>
                  <a:cs typeface="DM Sans"/>
                  <a:sym typeface="DM Sans"/>
                </a:rPr>
                <a:t>, </a:t>
              </a:r>
              <a:r>
                <a:rPr lang="en-US" sz="2500" b="1" i="0" u="none" strike="noStrike" cap="none" dirty="0" err="1">
                  <a:solidFill>
                    <a:srgbClr val="334155"/>
                  </a:solidFill>
                  <a:latin typeface="Merriweather" panose="00000500000000000000" pitchFamily="2" charset="0"/>
                  <a:ea typeface="DM Sans"/>
                  <a:cs typeface="DM Sans"/>
                  <a:sym typeface="DM Sans"/>
                </a:rPr>
                <a:t>sao</a:t>
              </a:r>
              <a:r>
                <a:rPr lang="en-US" sz="2500" b="1" i="0" u="none" strike="noStrike" cap="none" dirty="0">
                  <a:solidFill>
                    <a:srgbClr val="334155"/>
                  </a:solidFill>
                  <a:latin typeface="Merriweather" panose="00000500000000000000" pitchFamily="2" charset="0"/>
                  <a:ea typeface="DM Sans"/>
                  <a:cs typeface="DM Sans"/>
                  <a:sym typeface="DM Sans"/>
                </a:rPr>
                <a:t> </a:t>
              </a:r>
              <a:r>
                <a:rPr lang="en-US" sz="2500" b="1" i="0" u="none" strike="noStrike" cap="none" dirty="0" err="1">
                  <a:solidFill>
                    <a:srgbClr val="334155"/>
                  </a:solidFill>
                  <a:latin typeface="Merriweather" panose="00000500000000000000" pitchFamily="2" charset="0"/>
                  <a:ea typeface="DM Sans"/>
                  <a:cs typeface="DM Sans"/>
                  <a:sym typeface="DM Sans"/>
                </a:rPr>
                <a:t>chép</a:t>
              </a:r>
              <a:r>
                <a:rPr lang="en-US" sz="2500" b="1" i="0" u="none" strike="noStrike" cap="none" dirty="0">
                  <a:solidFill>
                    <a:srgbClr val="334155"/>
                  </a:solidFill>
                  <a:latin typeface="Merriweather" panose="00000500000000000000" pitchFamily="2" charset="0"/>
                  <a:ea typeface="DM Sans"/>
                  <a:cs typeface="DM Sans"/>
                  <a:sym typeface="DM Sans"/>
                </a:rPr>
                <a:t> </a:t>
              </a:r>
              <a:r>
                <a:rPr lang="en-US" sz="2500" b="1" i="0" u="none" strike="noStrike" cap="none" dirty="0" err="1">
                  <a:solidFill>
                    <a:srgbClr val="334155"/>
                  </a:solidFill>
                  <a:latin typeface="Merriweather" panose="00000500000000000000" pitchFamily="2" charset="0"/>
                  <a:ea typeface="DM Sans"/>
                  <a:cs typeface="DM Sans"/>
                  <a:sym typeface="DM Sans"/>
                </a:rPr>
                <a:t>đơn</a:t>
              </a:r>
              <a:r>
                <a:rPr lang="en-US" sz="2500" b="1" i="0" u="none" strike="noStrike" cap="none" dirty="0">
                  <a:solidFill>
                    <a:srgbClr val="334155"/>
                  </a:solidFill>
                  <a:latin typeface="Merriweather" panose="00000500000000000000" pitchFamily="2" charset="0"/>
                  <a:ea typeface="DM Sans"/>
                  <a:cs typeface="DM Sans"/>
                  <a:sym typeface="DM Sans"/>
                </a:rPr>
                <a:t> </a:t>
              </a:r>
              <a:r>
                <a:rPr lang="en-US" sz="2500" b="1" i="0" u="none" strike="noStrike" cap="none" dirty="0" err="1">
                  <a:solidFill>
                    <a:srgbClr val="334155"/>
                  </a:solidFill>
                  <a:latin typeface="Merriweather" panose="00000500000000000000" pitchFamily="2" charset="0"/>
                  <a:ea typeface="DM Sans"/>
                  <a:cs typeface="DM Sans"/>
                  <a:sym typeface="DM Sans"/>
                </a:rPr>
                <a:t>giản</a:t>
              </a:r>
              <a:r>
                <a:rPr lang="en-US" sz="2500" b="0" i="0" u="none" strike="noStrike" cap="none" dirty="0">
                  <a:solidFill>
                    <a:srgbClr val="334155"/>
                  </a:solidFill>
                  <a:latin typeface="Merriweather" panose="00000500000000000000" pitchFamily="2" charset="0"/>
                  <a:ea typeface="DM Sans"/>
                  <a:cs typeface="DM Sans"/>
                  <a:sym typeface="DM Sans"/>
                </a:rPr>
                <a:t>, </a:t>
              </a:r>
              <a:r>
                <a:rPr lang="en-US" sz="2500" b="0" i="0" u="none" strike="noStrike" cap="none" dirty="0" err="1">
                  <a:solidFill>
                    <a:srgbClr val="334155"/>
                  </a:solidFill>
                  <a:latin typeface="Merriweather" panose="00000500000000000000" pitchFamily="2" charset="0"/>
                  <a:ea typeface="DM Sans"/>
                  <a:cs typeface="DM Sans"/>
                  <a:sym typeface="DM Sans"/>
                </a:rPr>
                <a:t>thiếu</a:t>
              </a:r>
              <a:r>
                <a:rPr lang="en-US" sz="2500" b="0" i="0" u="none" strike="noStrike" cap="none" dirty="0">
                  <a:solidFill>
                    <a:srgbClr val="334155"/>
                  </a:solidFill>
                  <a:latin typeface="Merriweather" panose="00000500000000000000" pitchFamily="2" charset="0"/>
                  <a:ea typeface="DM Sans"/>
                  <a:cs typeface="DM Sans"/>
                  <a:sym typeface="DM Sans"/>
                </a:rPr>
                <a:t> </a:t>
              </a:r>
              <a:r>
                <a:rPr lang="en-US" sz="2500" b="0" i="0" u="none" strike="noStrike" cap="none" dirty="0" err="1">
                  <a:solidFill>
                    <a:srgbClr val="334155"/>
                  </a:solidFill>
                  <a:latin typeface="Merriweather" panose="00000500000000000000" pitchFamily="2" charset="0"/>
                  <a:ea typeface="DM Sans"/>
                  <a:cs typeface="DM Sans"/>
                  <a:sym typeface="DM Sans"/>
                </a:rPr>
                <a:t>vai</a:t>
              </a:r>
              <a:r>
                <a:rPr lang="en-US" sz="2500" b="0" i="0" u="none" strike="noStrike" cap="none" dirty="0">
                  <a:solidFill>
                    <a:srgbClr val="334155"/>
                  </a:solidFill>
                  <a:latin typeface="Merriweather" panose="00000500000000000000" pitchFamily="2" charset="0"/>
                  <a:ea typeface="DM Sans"/>
                  <a:cs typeface="DM Sans"/>
                  <a:sym typeface="DM Sans"/>
                </a:rPr>
                <a:t> </a:t>
              </a:r>
              <a:r>
                <a:rPr lang="en-US" sz="2500" b="0" i="0" u="none" strike="noStrike" cap="none" dirty="0" err="1">
                  <a:solidFill>
                    <a:srgbClr val="334155"/>
                  </a:solidFill>
                  <a:latin typeface="Merriweather" panose="00000500000000000000" pitchFamily="2" charset="0"/>
                  <a:ea typeface="DM Sans"/>
                  <a:cs typeface="DM Sans"/>
                  <a:sym typeface="DM Sans"/>
                </a:rPr>
                <a:t>trò</a:t>
              </a:r>
              <a:r>
                <a:rPr lang="en-US" sz="2500" b="0" i="0" u="none" strike="noStrike" cap="none" dirty="0">
                  <a:solidFill>
                    <a:srgbClr val="334155"/>
                  </a:solidFill>
                  <a:latin typeface="Merriweather" panose="00000500000000000000" pitchFamily="2" charset="0"/>
                  <a:ea typeface="DM Sans"/>
                  <a:cs typeface="DM Sans"/>
                  <a:sym typeface="DM Sans"/>
                </a:rPr>
                <a:t> </a:t>
              </a:r>
              <a:r>
                <a:rPr lang="en-US" sz="2500" b="0" i="0" u="none" strike="noStrike" cap="none" dirty="0" err="1">
                  <a:solidFill>
                    <a:srgbClr val="334155"/>
                  </a:solidFill>
                  <a:latin typeface="Merriweather" panose="00000500000000000000" pitchFamily="2" charset="0"/>
                  <a:ea typeface="DM Sans"/>
                  <a:cs typeface="DM Sans"/>
                  <a:sym typeface="DM Sans"/>
                </a:rPr>
                <a:t>thực</a:t>
              </a:r>
              <a:r>
                <a:rPr lang="en-US" sz="2500" b="0" i="0" u="none" strike="noStrike" cap="none" dirty="0">
                  <a:solidFill>
                    <a:srgbClr val="334155"/>
                  </a:solidFill>
                  <a:latin typeface="Merriweather" panose="00000500000000000000" pitchFamily="2" charset="0"/>
                  <a:ea typeface="DM Sans"/>
                  <a:cs typeface="DM Sans"/>
                  <a:sym typeface="DM Sans"/>
                </a:rPr>
                <a:t> </a:t>
              </a:r>
              <a:r>
                <a:rPr lang="en-US" sz="2500" b="0" i="0" u="none" strike="noStrike" cap="none" dirty="0" err="1">
                  <a:solidFill>
                    <a:srgbClr val="334155"/>
                  </a:solidFill>
                  <a:latin typeface="Merriweather" panose="00000500000000000000" pitchFamily="2" charset="0"/>
                  <a:ea typeface="DM Sans"/>
                  <a:cs typeface="DM Sans"/>
                  <a:sym typeface="DM Sans"/>
                </a:rPr>
                <a:t>tiễn</a:t>
              </a:r>
              <a:r>
                <a:rPr lang="en-US" sz="2500" b="0" i="0" u="none" strike="noStrike" cap="none" dirty="0">
                  <a:solidFill>
                    <a:srgbClr val="334155"/>
                  </a:solidFill>
                  <a:latin typeface="Merriweather" panose="00000500000000000000" pitchFamily="2" charset="0"/>
                  <a:ea typeface="DM Sans"/>
                  <a:cs typeface="DM Sans"/>
                  <a:sym typeface="DM Sans"/>
                </a:rPr>
                <a:t>.</a:t>
              </a:r>
              <a:endParaRPr sz="2500" dirty="0">
                <a:latin typeface="Merriweather" panose="00000500000000000000" pitchFamily="2" charset="0"/>
              </a:endParaRPr>
            </a:p>
          </p:txBody>
        </p:sp>
      </p:grpSp>
      <p:sp>
        <p:nvSpPr>
          <p:cNvPr id="14" name="Google Shape;102;p15">
            <a:extLst>
              <a:ext uri="{FF2B5EF4-FFF2-40B4-BE49-F238E27FC236}">
                <a16:creationId xmlns:a16="http://schemas.microsoft.com/office/drawing/2014/main" id="{531D2488-C81A-009B-EE42-41250D9C2934}"/>
              </a:ext>
            </a:extLst>
          </p:cNvPr>
          <p:cNvSpPr txBox="1"/>
          <p:nvPr/>
        </p:nvSpPr>
        <p:spPr>
          <a:xfrm>
            <a:off x="13468350" y="-183029"/>
            <a:ext cx="11401500" cy="1354217"/>
          </a:xfrm>
          <a:prstGeom prst="rect">
            <a:avLst/>
          </a:prstGeom>
          <a:noFill/>
          <a:ln>
            <a:noFill/>
          </a:ln>
        </p:spPr>
        <p:txBody>
          <a:bodyPr spcFirstLastPara="1" wrap="square" lIns="0" tIns="0" rIns="0" bIns="0" anchor="t" anchorCtr="0">
            <a:spAutoFit/>
          </a:bodyPr>
          <a:lstStyle/>
          <a:p>
            <a:pPr lvl="0"/>
            <a:r>
              <a:rPr lang="vi-VN" sz="4400" b="1" dirty="0">
                <a:solidFill>
                  <a:srgbClr val="003366"/>
                </a:solidFill>
                <a:latin typeface="Merriweather" panose="00000500000000000000" pitchFamily="2" charset="0"/>
                <a:sym typeface="Merriweather"/>
              </a:rPr>
              <a:t>Đút kết ra được tất cả các trào lưu triết học trước Mác</a:t>
            </a:r>
            <a:endParaRPr lang="vi-VN" sz="4400" dirty="0">
              <a:latin typeface="Merriweather" panose="00000500000000000000" pitchFamily="2" charset="0"/>
            </a:endParaRPr>
          </a:p>
        </p:txBody>
      </p:sp>
      <p:grpSp>
        <p:nvGrpSpPr>
          <p:cNvPr id="15" name="Google Shape;122;p16">
            <a:extLst>
              <a:ext uri="{FF2B5EF4-FFF2-40B4-BE49-F238E27FC236}">
                <a16:creationId xmlns:a16="http://schemas.microsoft.com/office/drawing/2014/main" id="{DF7BABF7-3543-D3E4-DA1B-E14CC9E8533A}"/>
              </a:ext>
            </a:extLst>
          </p:cNvPr>
          <p:cNvGrpSpPr/>
          <p:nvPr/>
        </p:nvGrpSpPr>
        <p:grpSpPr>
          <a:xfrm>
            <a:off x="-6873567" y="1636840"/>
            <a:ext cx="5803800" cy="3689155"/>
            <a:chOff x="571500" y="1147850"/>
            <a:chExt cx="6332101" cy="3619300"/>
          </a:xfrm>
        </p:grpSpPr>
        <p:pic>
          <p:nvPicPr>
            <p:cNvPr id="16" name="Google Shape;123;p16" descr="image.png">
              <a:extLst>
                <a:ext uri="{FF2B5EF4-FFF2-40B4-BE49-F238E27FC236}">
                  <a16:creationId xmlns:a16="http://schemas.microsoft.com/office/drawing/2014/main" id="{33167D94-5985-13D6-86A5-9A6B38077DCE}"/>
                </a:ext>
              </a:extLst>
            </p:cNvPr>
            <p:cNvPicPr preferRelativeResize="0"/>
            <p:nvPr/>
          </p:nvPicPr>
          <p:blipFill rotWithShape="1">
            <a:blip r:embed="rId4">
              <a:alphaModFix/>
            </a:blip>
            <a:srcRect/>
            <a:stretch/>
          </p:blipFill>
          <p:spPr>
            <a:xfrm>
              <a:off x="571500" y="1147850"/>
              <a:ext cx="6181075" cy="3619300"/>
            </a:xfrm>
            <a:prstGeom prst="rect">
              <a:avLst/>
            </a:prstGeom>
            <a:noFill/>
            <a:ln>
              <a:noFill/>
            </a:ln>
          </p:spPr>
        </p:pic>
        <p:sp>
          <p:nvSpPr>
            <p:cNvPr id="17" name="Google Shape;124;p16">
              <a:extLst>
                <a:ext uri="{FF2B5EF4-FFF2-40B4-BE49-F238E27FC236}">
                  <a16:creationId xmlns:a16="http://schemas.microsoft.com/office/drawing/2014/main" id="{CD0A06B4-E04D-3224-DD98-0FE169D02780}"/>
                </a:ext>
              </a:extLst>
            </p:cNvPr>
            <p:cNvSpPr txBox="1"/>
            <p:nvPr/>
          </p:nvSpPr>
          <p:spPr>
            <a:xfrm>
              <a:off x="571501" y="1464653"/>
              <a:ext cx="6332100" cy="3963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574" b="1" i="0" u="none" strike="noStrike" cap="none" dirty="0">
                  <a:solidFill>
                    <a:srgbClr val="003366"/>
                  </a:solidFill>
                  <a:latin typeface="Merriweather" panose="00000500000000000000" pitchFamily="2" charset="0"/>
                  <a:ea typeface="Merriweather"/>
                  <a:cs typeface="Merriweather"/>
                  <a:sym typeface="Merriweather"/>
                </a:rPr>
                <a:t>Các </a:t>
              </a:r>
              <a:r>
                <a:rPr lang="en-US" sz="2574" b="1" i="0" u="none" strike="noStrike" cap="none" dirty="0" err="1">
                  <a:solidFill>
                    <a:srgbClr val="003366"/>
                  </a:solidFill>
                  <a:latin typeface="Merriweather" panose="00000500000000000000" pitchFamily="2" charset="0"/>
                  <a:ea typeface="Merriweather"/>
                  <a:cs typeface="Merriweather"/>
                  <a:sym typeface="Merriweather"/>
                </a:rPr>
                <a:t>trào</a:t>
              </a:r>
              <a:r>
                <a:rPr lang="en-US" sz="2574" b="1" i="0" u="none" strike="noStrike" cap="none" dirty="0">
                  <a:solidFill>
                    <a:srgbClr val="003366"/>
                  </a:solidFill>
                  <a:latin typeface="Merriweather" panose="00000500000000000000" pitchFamily="2" charset="0"/>
                  <a:ea typeface="Merriweather"/>
                  <a:cs typeface="Merriweather"/>
                  <a:sym typeface="Merriweather"/>
                </a:rPr>
                <a:t> </a:t>
              </a:r>
              <a:r>
                <a:rPr lang="en-US" sz="2574" b="1" i="0" u="none" strike="noStrike" cap="none" dirty="0" err="1">
                  <a:solidFill>
                    <a:srgbClr val="003366"/>
                  </a:solidFill>
                  <a:latin typeface="Merriweather" panose="00000500000000000000" pitchFamily="2" charset="0"/>
                  <a:ea typeface="Merriweather"/>
                  <a:cs typeface="Merriweather"/>
                  <a:sym typeface="Merriweather"/>
                </a:rPr>
                <a:t>lưu</a:t>
              </a:r>
              <a:r>
                <a:rPr lang="en-US" sz="2574" b="1" i="0" u="none" strike="noStrike" cap="none" dirty="0">
                  <a:solidFill>
                    <a:srgbClr val="003366"/>
                  </a:solidFill>
                  <a:latin typeface="Merriweather" panose="00000500000000000000" pitchFamily="2" charset="0"/>
                  <a:ea typeface="Merriweather"/>
                  <a:cs typeface="Merriweather"/>
                  <a:sym typeface="Merriweather"/>
                </a:rPr>
                <a:t> </a:t>
              </a:r>
              <a:r>
                <a:rPr lang="en-US" sz="2574" b="1" i="0" u="none" strike="noStrike" cap="none" dirty="0" err="1">
                  <a:solidFill>
                    <a:srgbClr val="003366"/>
                  </a:solidFill>
                  <a:latin typeface="Merriweather" panose="00000500000000000000" pitchFamily="2" charset="0"/>
                  <a:ea typeface="Merriweather"/>
                  <a:cs typeface="Merriweather"/>
                  <a:sym typeface="Merriweather"/>
                </a:rPr>
                <a:t>triết</a:t>
              </a:r>
              <a:r>
                <a:rPr lang="en-US" sz="2574" b="1" i="0" u="none" strike="noStrike" cap="none" dirty="0">
                  <a:solidFill>
                    <a:srgbClr val="003366"/>
                  </a:solidFill>
                  <a:latin typeface="Merriweather" panose="00000500000000000000" pitchFamily="2" charset="0"/>
                  <a:ea typeface="Merriweather"/>
                  <a:cs typeface="Merriweather"/>
                  <a:sym typeface="Merriweather"/>
                </a:rPr>
                <a:t> </a:t>
              </a:r>
              <a:r>
                <a:rPr lang="en-US" sz="2574" b="1" i="0" u="none" strike="noStrike" cap="none" dirty="0" err="1">
                  <a:solidFill>
                    <a:srgbClr val="003366"/>
                  </a:solidFill>
                  <a:latin typeface="Merriweather" panose="00000500000000000000" pitchFamily="2" charset="0"/>
                  <a:ea typeface="Merriweather"/>
                  <a:cs typeface="Merriweather"/>
                  <a:sym typeface="Merriweather"/>
                </a:rPr>
                <a:t>học</a:t>
              </a:r>
              <a:r>
                <a:rPr lang="en-US" sz="2574" b="1" i="0" u="none" strike="noStrike" cap="none" dirty="0">
                  <a:solidFill>
                    <a:srgbClr val="003366"/>
                  </a:solidFill>
                  <a:latin typeface="Merriweather" panose="00000500000000000000" pitchFamily="2" charset="0"/>
                  <a:ea typeface="Merriweather"/>
                  <a:cs typeface="Merriweather"/>
                  <a:sym typeface="Merriweather"/>
                </a:rPr>
                <a:t> </a:t>
              </a:r>
              <a:r>
                <a:rPr lang="en-US" sz="2574" b="1" i="0" u="none" strike="noStrike" cap="none" dirty="0" err="1">
                  <a:solidFill>
                    <a:srgbClr val="003366"/>
                  </a:solidFill>
                  <a:latin typeface="Merriweather" panose="00000500000000000000" pitchFamily="2" charset="0"/>
                  <a:ea typeface="Merriweather"/>
                  <a:cs typeface="Merriweather"/>
                  <a:sym typeface="Merriweather"/>
                </a:rPr>
                <a:t>trước</a:t>
              </a:r>
              <a:r>
                <a:rPr lang="en-US" sz="2574" b="1" i="0" u="none" strike="noStrike" cap="none" dirty="0">
                  <a:solidFill>
                    <a:srgbClr val="003366"/>
                  </a:solidFill>
                  <a:latin typeface="Merriweather" panose="00000500000000000000" pitchFamily="2" charset="0"/>
                  <a:ea typeface="Merriweather"/>
                  <a:cs typeface="Merriweather"/>
                  <a:sym typeface="Merriweather"/>
                </a:rPr>
                <a:t> </a:t>
              </a:r>
              <a:r>
                <a:rPr lang="en-US" sz="2574" b="1" i="0" u="none" strike="noStrike" cap="none" dirty="0" err="1">
                  <a:solidFill>
                    <a:srgbClr val="003366"/>
                  </a:solidFill>
                  <a:latin typeface="Merriweather" panose="00000500000000000000" pitchFamily="2" charset="0"/>
                  <a:ea typeface="Merriweather"/>
                  <a:cs typeface="Merriweather"/>
                  <a:sym typeface="Merriweather"/>
                </a:rPr>
                <a:t>Mác</a:t>
              </a:r>
              <a:endParaRPr sz="2569" dirty="0">
                <a:latin typeface="Merriweather" panose="00000500000000000000" pitchFamily="2" charset="0"/>
              </a:endParaRPr>
            </a:p>
          </p:txBody>
        </p:sp>
        <p:sp>
          <p:nvSpPr>
            <p:cNvPr id="18" name="Google Shape;125;p16">
              <a:extLst>
                <a:ext uri="{FF2B5EF4-FFF2-40B4-BE49-F238E27FC236}">
                  <a16:creationId xmlns:a16="http://schemas.microsoft.com/office/drawing/2014/main" id="{22E431A4-FC55-5E5D-6393-2BDB8D33C286}"/>
                </a:ext>
              </a:extLst>
            </p:cNvPr>
            <p:cNvSpPr txBox="1"/>
            <p:nvPr/>
          </p:nvSpPr>
          <p:spPr>
            <a:xfrm>
              <a:off x="722394" y="1987223"/>
              <a:ext cx="6030300" cy="2318966"/>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2400" i="0" u="none" strike="noStrike" cap="none" dirty="0" err="1">
                  <a:solidFill>
                    <a:srgbClr val="334155"/>
                  </a:solidFill>
                  <a:latin typeface="Merriweather" panose="00000500000000000000" pitchFamily="2" charset="0"/>
                  <a:ea typeface="DM Sans"/>
                  <a:cs typeface="DM Sans"/>
                  <a:sym typeface="DM Sans"/>
                </a:rPr>
                <a:t>Đều</a:t>
              </a:r>
              <a:r>
                <a:rPr lang="en-US" sz="2400" i="0" u="none" strike="noStrike" cap="none" dirty="0">
                  <a:solidFill>
                    <a:srgbClr val="334155"/>
                  </a:solidFill>
                  <a:latin typeface="Merriweather" panose="00000500000000000000" pitchFamily="2" charset="0"/>
                  <a:ea typeface="DM Sans"/>
                  <a:cs typeface="DM Sans"/>
                  <a:sym typeface="DM Sans"/>
                </a:rPr>
                <a:t> </a:t>
              </a:r>
              <a:r>
                <a:rPr lang="en-US" sz="2400" i="0" u="none" strike="noStrike" cap="none" dirty="0" err="1">
                  <a:solidFill>
                    <a:srgbClr val="334155"/>
                  </a:solidFill>
                  <a:latin typeface="Merriweather" panose="00000500000000000000" pitchFamily="2" charset="0"/>
                  <a:ea typeface="DM Sans"/>
                  <a:cs typeface="DM Sans"/>
                  <a:sym typeface="DM Sans"/>
                </a:rPr>
                <a:t>bế</a:t>
              </a:r>
              <a:r>
                <a:rPr lang="en-US" sz="2400" i="0" u="none" strike="noStrike" cap="none" dirty="0">
                  <a:solidFill>
                    <a:srgbClr val="334155"/>
                  </a:solidFill>
                  <a:latin typeface="Merriweather" panose="00000500000000000000" pitchFamily="2" charset="0"/>
                  <a:ea typeface="DM Sans"/>
                  <a:cs typeface="DM Sans"/>
                  <a:sym typeface="DM Sans"/>
                </a:rPr>
                <a:t> </a:t>
              </a:r>
              <a:r>
                <a:rPr lang="en-US" sz="2400" i="0" u="none" strike="noStrike" cap="none" dirty="0" err="1">
                  <a:solidFill>
                    <a:srgbClr val="334155"/>
                  </a:solidFill>
                  <a:latin typeface="Merriweather" panose="00000500000000000000" pitchFamily="2" charset="0"/>
                  <a:ea typeface="DM Sans"/>
                  <a:cs typeface="DM Sans"/>
                  <a:sym typeface="DM Sans"/>
                </a:rPr>
                <a:t>tắc</a:t>
              </a:r>
              <a:r>
                <a:rPr lang="en-US" sz="2400" i="0" u="none" strike="noStrike" cap="none" dirty="0">
                  <a:solidFill>
                    <a:srgbClr val="334155"/>
                  </a:solidFill>
                  <a:latin typeface="Merriweather" panose="00000500000000000000" pitchFamily="2" charset="0"/>
                  <a:ea typeface="DM Sans"/>
                  <a:cs typeface="DM Sans"/>
                  <a:sym typeface="DM Sans"/>
                </a:rPr>
                <a:t> </a:t>
              </a:r>
              <a:r>
                <a:rPr lang="en-US" sz="2400" i="0" u="none" strike="noStrike" cap="none" dirty="0" err="1">
                  <a:solidFill>
                    <a:srgbClr val="334155"/>
                  </a:solidFill>
                  <a:latin typeface="Merriweather" panose="00000500000000000000" pitchFamily="2" charset="0"/>
                  <a:ea typeface="DM Sans"/>
                  <a:cs typeface="DM Sans"/>
                  <a:sym typeface="DM Sans"/>
                </a:rPr>
                <a:t>hoặc</a:t>
              </a:r>
              <a:r>
                <a:rPr lang="en-US" sz="2400" i="0" u="none" strike="noStrike" cap="none" dirty="0">
                  <a:solidFill>
                    <a:srgbClr val="334155"/>
                  </a:solidFill>
                  <a:latin typeface="Merriweather" panose="00000500000000000000" pitchFamily="2" charset="0"/>
                  <a:ea typeface="DM Sans"/>
                  <a:cs typeface="DM Sans"/>
                  <a:sym typeface="DM Sans"/>
                </a:rPr>
                <a:t> </a:t>
              </a:r>
              <a:r>
                <a:rPr lang="en-US" sz="2400" i="0" u="none" strike="noStrike" cap="none" dirty="0" err="1">
                  <a:solidFill>
                    <a:srgbClr val="334155"/>
                  </a:solidFill>
                  <a:latin typeface="Merriweather" panose="00000500000000000000" pitchFamily="2" charset="0"/>
                  <a:ea typeface="DM Sans"/>
                  <a:cs typeface="DM Sans"/>
                  <a:sym typeface="DM Sans"/>
                </a:rPr>
                <a:t>mắc</a:t>
              </a:r>
              <a:r>
                <a:rPr lang="en-US" sz="2400" i="0" u="none" strike="noStrike" cap="none" dirty="0">
                  <a:solidFill>
                    <a:srgbClr val="334155"/>
                  </a:solidFill>
                  <a:latin typeface="Merriweather" panose="00000500000000000000" pitchFamily="2" charset="0"/>
                  <a:ea typeface="DM Sans"/>
                  <a:cs typeface="DM Sans"/>
                  <a:sym typeface="DM Sans"/>
                </a:rPr>
                <a:t> </a:t>
              </a:r>
              <a:r>
                <a:rPr lang="en-US" sz="2400" i="0" u="none" strike="noStrike" cap="none" dirty="0" err="1">
                  <a:solidFill>
                    <a:srgbClr val="334155"/>
                  </a:solidFill>
                  <a:latin typeface="Merriweather" panose="00000500000000000000" pitchFamily="2" charset="0"/>
                  <a:ea typeface="DM Sans"/>
                  <a:cs typeface="DM Sans"/>
                  <a:sym typeface="DM Sans"/>
                </a:rPr>
                <a:t>hạn</a:t>
              </a:r>
              <a:r>
                <a:rPr lang="en-US" sz="2400" i="0" u="none" strike="noStrike" cap="none" dirty="0">
                  <a:solidFill>
                    <a:srgbClr val="334155"/>
                  </a:solidFill>
                  <a:latin typeface="Merriweather" panose="00000500000000000000" pitchFamily="2" charset="0"/>
                  <a:ea typeface="DM Sans"/>
                  <a:cs typeface="DM Sans"/>
                  <a:sym typeface="DM Sans"/>
                </a:rPr>
                <a:t> </a:t>
              </a:r>
              <a:r>
                <a:rPr lang="en-US" sz="2400" i="0" u="none" strike="noStrike" cap="none" dirty="0" err="1">
                  <a:solidFill>
                    <a:srgbClr val="334155"/>
                  </a:solidFill>
                  <a:latin typeface="Merriweather" panose="00000500000000000000" pitchFamily="2" charset="0"/>
                  <a:ea typeface="DM Sans"/>
                  <a:cs typeface="DM Sans"/>
                  <a:sym typeface="DM Sans"/>
                </a:rPr>
                <a:t>chế</a:t>
              </a:r>
              <a:r>
                <a:rPr lang="en-US" sz="2400" i="0" u="none" strike="noStrike" cap="none" dirty="0">
                  <a:solidFill>
                    <a:srgbClr val="334155"/>
                  </a:solidFill>
                  <a:latin typeface="Merriweather" panose="00000500000000000000" pitchFamily="2" charset="0"/>
                  <a:ea typeface="DM Sans"/>
                  <a:cs typeface="DM Sans"/>
                  <a:sym typeface="DM Sans"/>
                </a:rPr>
                <a:t> </a:t>
              </a:r>
              <a:r>
                <a:rPr lang="en-US" sz="2400" i="0" u="none" strike="noStrike" cap="none" dirty="0" err="1">
                  <a:solidFill>
                    <a:srgbClr val="334155"/>
                  </a:solidFill>
                  <a:latin typeface="Merriweather" panose="00000500000000000000" pitchFamily="2" charset="0"/>
                  <a:ea typeface="DM Sans"/>
                  <a:cs typeface="DM Sans"/>
                  <a:sym typeface="DM Sans"/>
                </a:rPr>
                <a:t>trong</a:t>
              </a:r>
              <a:r>
                <a:rPr lang="en-US" sz="2400" i="0" u="none" strike="noStrike" cap="none" dirty="0">
                  <a:solidFill>
                    <a:srgbClr val="334155"/>
                  </a:solidFill>
                  <a:latin typeface="Merriweather" panose="00000500000000000000" pitchFamily="2" charset="0"/>
                  <a:ea typeface="DM Sans"/>
                  <a:cs typeface="DM Sans"/>
                  <a:sym typeface="DM Sans"/>
                </a:rPr>
                <a:t> </a:t>
              </a:r>
              <a:r>
                <a:rPr lang="en-US" sz="2400" i="0" u="none" strike="noStrike" cap="none" dirty="0" err="1">
                  <a:solidFill>
                    <a:srgbClr val="334155"/>
                  </a:solidFill>
                  <a:latin typeface="Merriweather" panose="00000500000000000000" pitchFamily="2" charset="0"/>
                  <a:ea typeface="DM Sans"/>
                  <a:cs typeface="DM Sans"/>
                  <a:sym typeface="DM Sans"/>
                </a:rPr>
                <a:t>việc</a:t>
              </a:r>
              <a:r>
                <a:rPr lang="en-US" sz="2400" i="0" u="none" strike="noStrike" cap="none" dirty="0">
                  <a:solidFill>
                    <a:srgbClr val="334155"/>
                  </a:solidFill>
                  <a:latin typeface="Merriweather" panose="00000500000000000000" pitchFamily="2" charset="0"/>
                  <a:ea typeface="DM Sans"/>
                  <a:cs typeface="DM Sans"/>
                  <a:sym typeface="DM Sans"/>
                </a:rPr>
                <a:t> </a:t>
              </a:r>
              <a:r>
                <a:rPr lang="en-US" sz="2400" i="0" u="none" strike="noStrike" cap="none" dirty="0" err="1">
                  <a:solidFill>
                    <a:srgbClr val="334155"/>
                  </a:solidFill>
                  <a:latin typeface="Merriweather" panose="00000500000000000000" pitchFamily="2" charset="0"/>
                  <a:ea typeface="DM Sans"/>
                  <a:cs typeface="DM Sans"/>
                  <a:sym typeface="DM Sans"/>
                </a:rPr>
                <a:t>giải</a:t>
              </a:r>
              <a:r>
                <a:rPr lang="en-US" sz="2400" i="0" u="none" strike="noStrike" cap="none" dirty="0">
                  <a:solidFill>
                    <a:srgbClr val="334155"/>
                  </a:solidFill>
                  <a:latin typeface="Merriweather" panose="00000500000000000000" pitchFamily="2" charset="0"/>
                  <a:ea typeface="DM Sans"/>
                  <a:cs typeface="DM Sans"/>
                  <a:sym typeface="DM Sans"/>
                </a:rPr>
                <a:t> </a:t>
              </a:r>
              <a:r>
                <a:rPr lang="en-US" sz="2400" i="0" u="none" strike="noStrike" cap="none" dirty="0" err="1">
                  <a:solidFill>
                    <a:srgbClr val="334155"/>
                  </a:solidFill>
                  <a:latin typeface="Merriweather" panose="00000500000000000000" pitchFamily="2" charset="0"/>
                  <a:ea typeface="DM Sans"/>
                  <a:cs typeface="DM Sans"/>
                  <a:sym typeface="DM Sans"/>
                </a:rPr>
                <a:t>thích</a:t>
              </a:r>
              <a:r>
                <a:rPr lang="en-US" sz="2400" i="0" u="none" strike="noStrike" cap="none" dirty="0">
                  <a:solidFill>
                    <a:srgbClr val="334155"/>
                  </a:solidFill>
                  <a:latin typeface="Merriweather" panose="00000500000000000000" pitchFamily="2" charset="0"/>
                  <a:ea typeface="DM Sans"/>
                  <a:cs typeface="DM Sans"/>
                  <a:sym typeface="DM Sans"/>
                </a:rPr>
                <a:t> </a:t>
              </a:r>
              <a:r>
                <a:rPr lang="en-US" sz="2400" i="0" u="none" strike="noStrike" cap="none" dirty="0" err="1">
                  <a:solidFill>
                    <a:srgbClr val="334155"/>
                  </a:solidFill>
                  <a:latin typeface="Merriweather" panose="00000500000000000000" pitchFamily="2" charset="0"/>
                  <a:ea typeface="DM Sans"/>
                  <a:cs typeface="DM Sans"/>
                  <a:sym typeface="DM Sans"/>
                </a:rPr>
                <a:t>quá</a:t>
              </a:r>
              <a:r>
                <a:rPr lang="en-US" sz="2400" i="0" u="none" strike="noStrike" cap="none" dirty="0">
                  <a:solidFill>
                    <a:srgbClr val="334155"/>
                  </a:solidFill>
                  <a:latin typeface="Merriweather" panose="00000500000000000000" pitchFamily="2" charset="0"/>
                  <a:ea typeface="DM Sans"/>
                  <a:cs typeface="DM Sans"/>
                  <a:sym typeface="DM Sans"/>
                </a:rPr>
                <a:t> </a:t>
              </a:r>
              <a:r>
                <a:rPr lang="en-US" sz="2400" i="0" u="none" strike="noStrike" cap="none" dirty="0" err="1">
                  <a:solidFill>
                    <a:srgbClr val="334155"/>
                  </a:solidFill>
                  <a:latin typeface="Merriweather" panose="00000500000000000000" pitchFamily="2" charset="0"/>
                  <a:ea typeface="DM Sans"/>
                  <a:cs typeface="DM Sans"/>
                  <a:sym typeface="DM Sans"/>
                </a:rPr>
                <a:t>trình</a:t>
              </a:r>
              <a:r>
                <a:rPr lang="en-US" sz="2400" i="0" u="none" strike="noStrike" cap="none" dirty="0">
                  <a:solidFill>
                    <a:srgbClr val="334155"/>
                  </a:solidFill>
                  <a:latin typeface="Merriweather" panose="00000500000000000000" pitchFamily="2" charset="0"/>
                  <a:ea typeface="DM Sans"/>
                  <a:cs typeface="DM Sans"/>
                  <a:sym typeface="DM Sans"/>
                </a:rPr>
                <a:t> </a:t>
              </a:r>
              <a:r>
                <a:rPr lang="en-US" sz="2400" i="0" u="none" strike="noStrike" cap="none" dirty="0" err="1">
                  <a:solidFill>
                    <a:srgbClr val="334155"/>
                  </a:solidFill>
                  <a:latin typeface="Merriweather" panose="00000500000000000000" pitchFamily="2" charset="0"/>
                  <a:ea typeface="DM Sans"/>
                  <a:cs typeface="DM Sans"/>
                  <a:sym typeface="DM Sans"/>
                </a:rPr>
                <a:t>nhận</a:t>
              </a:r>
              <a:r>
                <a:rPr lang="en-US" sz="2400" i="0" u="none" strike="noStrike" cap="none" dirty="0">
                  <a:solidFill>
                    <a:srgbClr val="334155"/>
                  </a:solidFill>
                  <a:latin typeface="Merriweather" panose="00000500000000000000" pitchFamily="2" charset="0"/>
                  <a:ea typeface="DM Sans"/>
                  <a:cs typeface="DM Sans"/>
                  <a:sym typeface="DM Sans"/>
                </a:rPr>
                <a:t> </a:t>
              </a:r>
              <a:r>
                <a:rPr lang="en-US" sz="2400" i="0" u="none" strike="noStrike" cap="none" dirty="0" err="1">
                  <a:solidFill>
                    <a:srgbClr val="334155"/>
                  </a:solidFill>
                  <a:latin typeface="Merriweather" panose="00000500000000000000" pitchFamily="2" charset="0"/>
                  <a:ea typeface="DM Sans"/>
                  <a:cs typeface="DM Sans"/>
                  <a:sym typeface="DM Sans"/>
                </a:rPr>
                <a:t>thức</a:t>
              </a:r>
              <a:r>
                <a:rPr lang="en-US" sz="2400" i="0" u="none" strike="noStrike" cap="none" dirty="0">
                  <a:solidFill>
                    <a:srgbClr val="334155"/>
                  </a:solidFill>
                  <a:latin typeface="Merriweather" panose="00000500000000000000" pitchFamily="2" charset="0"/>
                  <a:ea typeface="DM Sans"/>
                  <a:cs typeface="DM Sans"/>
                  <a:sym typeface="DM Sans"/>
                </a:rPr>
                <a:t> </a:t>
              </a:r>
              <a:r>
                <a:rPr lang="en-US" sz="2400" i="0" u="none" strike="noStrike" cap="none" dirty="0" err="1">
                  <a:solidFill>
                    <a:srgbClr val="334155"/>
                  </a:solidFill>
                  <a:latin typeface="Merriweather" panose="00000500000000000000" pitchFamily="2" charset="0"/>
                  <a:ea typeface="DM Sans"/>
                  <a:cs typeface="DM Sans"/>
                  <a:sym typeface="DM Sans"/>
                </a:rPr>
                <a:t>vì</a:t>
              </a:r>
              <a:r>
                <a:rPr lang="en-US" sz="2400" i="0" u="none" strike="noStrike" cap="none" dirty="0">
                  <a:solidFill>
                    <a:srgbClr val="334155"/>
                  </a:solidFill>
                  <a:latin typeface="Merriweather" panose="00000500000000000000" pitchFamily="2" charset="0"/>
                  <a:ea typeface="DM Sans"/>
                  <a:cs typeface="DM Sans"/>
                  <a:sym typeface="DM Sans"/>
                </a:rPr>
                <a:t> </a:t>
              </a:r>
              <a:r>
                <a:rPr lang="en-US" sz="2400" i="0" u="none" strike="noStrike" cap="none" dirty="0" err="1">
                  <a:solidFill>
                    <a:srgbClr val="334155"/>
                  </a:solidFill>
                  <a:latin typeface="Merriweather" panose="00000500000000000000" pitchFamily="2" charset="0"/>
                  <a:ea typeface="DM Sans"/>
                  <a:cs typeface="DM Sans"/>
                  <a:sym typeface="DM Sans"/>
                </a:rPr>
                <a:t>chúng</a:t>
              </a:r>
              <a:r>
                <a:rPr lang="en-US" sz="2400" i="0" u="none" strike="noStrike" cap="none" dirty="0">
                  <a:solidFill>
                    <a:srgbClr val="334155"/>
                  </a:solidFill>
                  <a:latin typeface="Merriweather" panose="00000500000000000000" pitchFamily="2" charset="0"/>
                  <a:ea typeface="DM Sans"/>
                  <a:cs typeface="DM Sans"/>
                  <a:sym typeface="DM Sans"/>
                </a:rPr>
                <a:t> </a:t>
              </a:r>
              <a:r>
                <a:rPr lang="en-US" sz="2400" i="0" u="none" strike="noStrike" cap="none" dirty="0" err="1">
                  <a:solidFill>
                    <a:srgbClr val="334155"/>
                  </a:solidFill>
                  <a:latin typeface="Merriweather" panose="00000500000000000000" pitchFamily="2" charset="0"/>
                  <a:ea typeface="DM Sans"/>
                  <a:cs typeface="DM Sans"/>
                  <a:sym typeface="DM Sans"/>
                </a:rPr>
                <a:t>tách</a:t>
              </a:r>
              <a:r>
                <a:rPr lang="en-US" sz="2400" i="0" u="none" strike="noStrike" cap="none" dirty="0">
                  <a:solidFill>
                    <a:srgbClr val="334155"/>
                  </a:solidFill>
                  <a:latin typeface="Merriweather" panose="00000500000000000000" pitchFamily="2" charset="0"/>
                  <a:ea typeface="DM Sans"/>
                  <a:cs typeface="DM Sans"/>
                  <a:sym typeface="DM Sans"/>
                </a:rPr>
                <a:t> </a:t>
              </a:r>
              <a:r>
                <a:rPr lang="en-US" sz="2400" i="0" u="none" strike="noStrike" cap="none" dirty="0" err="1">
                  <a:solidFill>
                    <a:srgbClr val="334155"/>
                  </a:solidFill>
                  <a:latin typeface="Merriweather" panose="00000500000000000000" pitchFamily="2" charset="0"/>
                  <a:ea typeface="DM Sans"/>
                  <a:cs typeface="DM Sans"/>
                  <a:sym typeface="DM Sans"/>
                </a:rPr>
                <a:t>rời</a:t>
              </a:r>
              <a:r>
                <a:rPr lang="en-US" sz="2400" i="0" u="none" strike="noStrike" cap="none" dirty="0">
                  <a:solidFill>
                    <a:srgbClr val="334155"/>
                  </a:solidFill>
                  <a:latin typeface="Merriweather" panose="00000500000000000000" pitchFamily="2" charset="0"/>
                  <a:ea typeface="DM Sans"/>
                  <a:cs typeface="DM Sans"/>
                  <a:sym typeface="DM Sans"/>
                </a:rPr>
                <a:t> </a:t>
              </a:r>
              <a:r>
                <a:rPr lang="en-US" sz="2400" i="0" u="none" strike="noStrike" cap="none" dirty="0" err="1">
                  <a:solidFill>
                    <a:srgbClr val="334155"/>
                  </a:solidFill>
                  <a:latin typeface="Merriweather" panose="00000500000000000000" pitchFamily="2" charset="0"/>
                  <a:ea typeface="DM Sans"/>
                  <a:cs typeface="DM Sans"/>
                  <a:sym typeface="DM Sans"/>
                </a:rPr>
                <a:t>nhận</a:t>
              </a:r>
              <a:r>
                <a:rPr lang="en-US" sz="2400" i="0" u="none" strike="noStrike" cap="none" dirty="0">
                  <a:solidFill>
                    <a:srgbClr val="334155"/>
                  </a:solidFill>
                  <a:latin typeface="Merriweather" panose="00000500000000000000" pitchFamily="2" charset="0"/>
                  <a:ea typeface="DM Sans"/>
                  <a:cs typeface="DM Sans"/>
                  <a:sym typeface="DM Sans"/>
                </a:rPr>
                <a:t> </a:t>
              </a:r>
              <a:r>
                <a:rPr lang="en-US" sz="2400" i="0" u="none" strike="noStrike" cap="none" dirty="0" err="1">
                  <a:solidFill>
                    <a:srgbClr val="334155"/>
                  </a:solidFill>
                  <a:latin typeface="Merriweather" panose="00000500000000000000" pitchFamily="2" charset="0"/>
                  <a:ea typeface="DM Sans"/>
                  <a:cs typeface="DM Sans"/>
                  <a:sym typeface="DM Sans"/>
                </a:rPr>
                <a:t>thức</a:t>
              </a:r>
              <a:r>
                <a:rPr lang="en-US" sz="2400" i="0" u="none" strike="noStrike" cap="none" dirty="0">
                  <a:solidFill>
                    <a:srgbClr val="334155"/>
                  </a:solidFill>
                  <a:latin typeface="Merriweather" panose="00000500000000000000" pitchFamily="2" charset="0"/>
                  <a:ea typeface="DM Sans"/>
                  <a:cs typeface="DM Sans"/>
                  <a:sym typeface="DM Sans"/>
                </a:rPr>
                <a:t> </a:t>
              </a:r>
              <a:r>
                <a:rPr lang="en-US" sz="2400" i="0" u="none" strike="noStrike" cap="none" dirty="0" err="1">
                  <a:solidFill>
                    <a:srgbClr val="334155"/>
                  </a:solidFill>
                  <a:latin typeface="Merriweather" panose="00000500000000000000" pitchFamily="2" charset="0"/>
                  <a:ea typeface="DM Sans"/>
                  <a:cs typeface="DM Sans"/>
                  <a:sym typeface="DM Sans"/>
                </a:rPr>
                <a:t>khỏi</a:t>
              </a:r>
              <a:r>
                <a:rPr lang="en-US" sz="2400" i="0" u="none" strike="noStrike" cap="none" dirty="0">
                  <a:solidFill>
                    <a:srgbClr val="334155"/>
                  </a:solidFill>
                  <a:latin typeface="Merriweather" panose="00000500000000000000" pitchFamily="2" charset="0"/>
                  <a:ea typeface="DM Sans"/>
                  <a:cs typeface="DM Sans"/>
                  <a:sym typeface="DM Sans"/>
                </a:rPr>
                <a:t> </a:t>
              </a:r>
              <a:r>
                <a:rPr lang="en-US" sz="2400" i="0" u="none" strike="noStrike" cap="none" dirty="0" err="1">
                  <a:solidFill>
                    <a:srgbClr val="334155"/>
                  </a:solidFill>
                  <a:latin typeface="Merriweather" panose="00000500000000000000" pitchFamily="2" charset="0"/>
                  <a:ea typeface="DM Sans"/>
                  <a:cs typeface="DM Sans"/>
                  <a:sym typeface="DM Sans"/>
                </a:rPr>
                <a:t>hoạt</a:t>
              </a:r>
              <a:r>
                <a:rPr lang="en-US" sz="2400" i="0" u="none" strike="noStrike" cap="none" dirty="0">
                  <a:solidFill>
                    <a:srgbClr val="334155"/>
                  </a:solidFill>
                  <a:latin typeface="Merriweather" panose="00000500000000000000" pitchFamily="2" charset="0"/>
                  <a:ea typeface="DM Sans"/>
                  <a:cs typeface="DM Sans"/>
                  <a:sym typeface="DM Sans"/>
                </a:rPr>
                <a:t> </a:t>
              </a:r>
              <a:r>
                <a:rPr lang="en-US" sz="2400" i="0" u="none" strike="noStrike" cap="none" dirty="0" err="1">
                  <a:solidFill>
                    <a:srgbClr val="334155"/>
                  </a:solidFill>
                  <a:latin typeface="Merriweather" panose="00000500000000000000" pitchFamily="2" charset="0"/>
                  <a:ea typeface="DM Sans"/>
                  <a:cs typeface="DM Sans"/>
                  <a:sym typeface="DM Sans"/>
                </a:rPr>
                <a:t>động</a:t>
              </a:r>
              <a:r>
                <a:rPr lang="en-US" sz="2400" i="0" u="none" strike="noStrike" cap="none" dirty="0">
                  <a:solidFill>
                    <a:srgbClr val="334155"/>
                  </a:solidFill>
                  <a:latin typeface="Merriweather" panose="00000500000000000000" pitchFamily="2" charset="0"/>
                  <a:ea typeface="DM Sans"/>
                  <a:cs typeface="DM Sans"/>
                  <a:sym typeface="DM Sans"/>
                </a:rPr>
                <a:t> </a:t>
              </a:r>
              <a:r>
                <a:rPr lang="en-US" sz="2400" i="0" u="none" strike="noStrike" cap="none" dirty="0" err="1">
                  <a:solidFill>
                    <a:srgbClr val="334155"/>
                  </a:solidFill>
                  <a:latin typeface="Merriweather" panose="00000500000000000000" pitchFamily="2" charset="0"/>
                  <a:ea typeface="DM Sans"/>
                  <a:cs typeface="DM Sans"/>
                  <a:sym typeface="DM Sans"/>
                </a:rPr>
                <a:t>thực</a:t>
              </a:r>
              <a:r>
                <a:rPr lang="en-US" sz="2400" i="0" u="none" strike="noStrike" cap="none" dirty="0">
                  <a:solidFill>
                    <a:srgbClr val="334155"/>
                  </a:solidFill>
                  <a:latin typeface="Merriweather" panose="00000500000000000000" pitchFamily="2" charset="0"/>
                  <a:ea typeface="DM Sans"/>
                  <a:cs typeface="DM Sans"/>
                  <a:sym typeface="DM Sans"/>
                </a:rPr>
                <a:t> </a:t>
              </a:r>
              <a:r>
                <a:rPr lang="en-US" sz="2400" i="0" u="none" strike="noStrike" cap="none" dirty="0" err="1">
                  <a:solidFill>
                    <a:srgbClr val="334155"/>
                  </a:solidFill>
                  <a:latin typeface="Merriweather" panose="00000500000000000000" pitchFamily="2" charset="0"/>
                  <a:ea typeface="DM Sans"/>
                  <a:cs typeface="DM Sans"/>
                  <a:sym typeface="DM Sans"/>
                </a:rPr>
                <a:t>tiễn</a:t>
              </a:r>
              <a:endParaRPr sz="2400" dirty="0">
                <a:latin typeface="Merriweather" panose="00000500000000000000" pitchFamily="2" charset="0"/>
              </a:endParaRPr>
            </a:p>
          </p:txBody>
        </p:sp>
      </p:grpSp>
      <p:grpSp>
        <p:nvGrpSpPr>
          <p:cNvPr id="24" name="Group 23">
            <a:extLst>
              <a:ext uri="{FF2B5EF4-FFF2-40B4-BE49-F238E27FC236}">
                <a16:creationId xmlns:a16="http://schemas.microsoft.com/office/drawing/2014/main" id="{7F87A423-BE81-E8C2-1E9C-B2BF023BD760}"/>
              </a:ext>
            </a:extLst>
          </p:cNvPr>
          <p:cNvGrpSpPr/>
          <p:nvPr/>
        </p:nvGrpSpPr>
        <p:grpSpPr>
          <a:xfrm>
            <a:off x="15362182" y="2492413"/>
            <a:ext cx="5851633" cy="5535334"/>
            <a:chOff x="15419078" y="4295623"/>
            <a:chExt cx="6272196" cy="4170697"/>
          </a:xfrm>
        </p:grpSpPr>
        <p:pic>
          <p:nvPicPr>
            <p:cNvPr id="25" name="Google Shape;119;p16" descr="image.png">
              <a:extLst>
                <a:ext uri="{FF2B5EF4-FFF2-40B4-BE49-F238E27FC236}">
                  <a16:creationId xmlns:a16="http://schemas.microsoft.com/office/drawing/2014/main" id="{81A4387D-699D-D6B9-D103-743A8815E0B9}"/>
                </a:ext>
              </a:extLst>
            </p:cNvPr>
            <p:cNvPicPr preferRelativeResize="0"/>
            <p:nvPr/>
          </p:nvPicPr>
          <p:blipFill rotWithShape="1">
            <a:blip r:embed="rId4">
              <a:alphaModFix/>
            </a:blip>
            <a:srcRect/>
            <a:stretch/>
          </p:blipFill>
          <p:spPr>
            <a:xfrm>
              <a:off x="15419078" y="4295623"/>
              <a:ext cx="6272196" cy="4170697"/>
            </a:xfrm>
            <a:prstGeom prst="rect">
              <a:avLst/>
            </a:prstGeom>
            <a:noFill/>
            <a:ln>
              <a:noFill/>
            </a:ln>
          </p:spPr>
        </p:pic>
        <p:sp>
          <p:nvSpPr>
            <p:cNvPr id="26" name="Google Shape;126;p16">
              <a:extLst>
                <a:ext uri="{FF2B5EF4-FFF2-40B4-BE49-F238E27FC236}">
                  <a16:creationId xmlns:a16="http://schemas.microsoft.com/office/drawing/2014/main" id="{CC6642D0-FB1C-3FB1-12CE-C4EA8B5243EE}"/>
                </a:ext>
              </a:extLst>
            </p:cNvPr>
            <p:cNvSpPr txBox="1"/>
            <p:nvPr/>
          </p:nvSpPr>
          <p:spPr>
            <a:xfrm>
              <a:off x="15602005" y="4407301"/>
              <a:ext cx="5803800" cy="786839"/>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600" b="1" i="0" u="none" strike="noStrike" cap="none" dirty="0" err="1">
                  <a:solidFill>
                    <a:srgbClr val="003366"/>
                  </a:solidFill>
                  <a:latin typeface="Merriweather" panose="00000500000000000000" pitchFamily="2" charset="0"/>
                  <a:ea typeface="Merriweather"/>
                  <a:cs typeface="Merriweather"/>
                  <a:sym typeface="Merriweather"/>
                </a:rPr>
                <a:t>Vì</a:t>
              </a:r>
              <a:r>
                <a:rPr lang="en-US" sz="2600" b="1" i="0" u="none" strike="noStrike" cap="none" dirty="0">
                  <a:solidFill>
                    <a:srgbClr val="003366"/>
                  </a:solidFill>
                  <a:latin typeface="Merriweather" panose="00000500000000000000" pitchFamily="2" charset="0"/>
                  <a:ea typeface="Merriweather"/>
                  <a:cs typeface="Merriweather"/>
                  <a:sym typeface="Merriweather"/>
                </a:rPr>
                <a:t> </a:t>
              </a:r>
              <a:r>
                <a:rPr lang="en-US" sz="2600" b="1" i="0" u="none" strike="noStrike" cap="none" dirty="0" err="1">
                  <a:solidFill>
                    <a:srgbClr val="003366"/>
                  </a:solidFill>
                  <a:latin typeface="Merriweather" panose="00000500000000000000" pitchFamily="2" charset="0"/>
                  <a:ea typeface="Merriweather"/>
                  <a:cs typeface="Merriweather"/>
                  <a:sym typeface="Merriweather"/>
                </a:rPr>
                <a:t>sao</a:t>
              </a:r>
              <a:endParaRPr lang="en-US" sz="2600" b="1" i="0" u="none" strike="noStrike" cap="none" dirty="0">
                <a:solidFill>
                  <a:srgbClr val="003366"/>
                </a:solidFill>
                <a:latin typeface="Merriweather" panose="00000500000000000000" pitchFamily="2" charset="0"/>
                <a:ea typeface="Merriweather"/>
                <a:cs typeface="Merriweather"/>
                <a:sym typeface="Merriweather"/>
              </a:endParaRPr>
            </a:p>
            <a:p>
              <a:pPr marL="0" marR="0" lvl="0" indent="0" algn="ctr" rtl="0">
                <a:spcBef>
                  <a:spcPts val="0"/>
                </a:spcBef>
                <a:spcAft>
                  <a:spcPts val="0"/>
                </a:spcAft>
                <a:buNone/>
              </a:pPr>
              <a:endParaRPr sz="2600" dirty="0">
                <a:latin typeface="Merriweather" panose="00000500000000000000" pitchFamily="2" charset="0"/>
              </a:endParaRPr>
            </a:p>
          </p:txBody>
        </p:sp>
        <p:sp>
          <p:nvSpPr>
            <p:cNvPr id="27" name="Google Shape;127;p16">
              <a:extLst>
                <a:ext uri="{FF2B5EF4-FFF2-40B4-BE49-F238E27FC236}">
                  <a16:creationId xmlns:a16="http://schemas.microsoft.com/office/drawing/2014/main" id="{DD657AC1-9364-BAF5-D9F0-1366F80A590E}"/>
                </a:ext>
              </a:extLst>
            </p:cNvPr>
            <p:cNvSpPr txBox="1"/>
            <p:nvPr/>
          </p:nvSpPr>
          <p:spPr>
            <a:xfrm>
              <a:off x="15831504" y="4734005"/>
              <a:ext cx="5344802" cy="3710397"/>
            </a:xfrm>
            <a:prstGeom prst="rect">
              <a:avLst/>
            </a:prstGeom>
            <a:noFill/>
            <a:ln>
              <a:noFill/>
            </a:ln>
          </p:spPr>
          <p:txBody>
            <a:bodyPr spcFirstLastPara="1" wrap="square" lIns="0" tIns="0" rIns="0" bIns="0" anchor="t" anchorCtr="0">
              <a:spAutoFit/>
            </a:bodyPr>
            <a:lstStyle/>
            <a:p>
              <a:pPr marL="0" marR="0" lvl="0" indent="0" algn="just" rtl="0">
                <a:lnSpc>
                  <a:spcPct val="160000"/>
                </a:lnSpc>
                <a:spcBef>
                  <a:spcPts val="0"/>
                </a:spcBef>
                <a:spcAft>
                  <a:spcPts val="0"/>
                </a:spcAft>
                <a:buNone/>
              </a:pPr>
              <a:r>
                <a:rPr lang="en-US" sz="2500" b="0" i="0" u="none" strike="noStrike" cap="none" dirty="0">
                  <a:solidFill>
                    <a:srgbClr val="334155"/>
                  </a:solidFill>
                  <a:latin typeface="Merriweather" panose="00000500000000000000" pitchFamily="2" charset="0"/>
                  <a:ea typeface="DM Sans"/>
                  <a:cs typeface="DM Sans"/>
                  <a:sym typeface="DM Sans"/>
                </a:rPr>
                <a:t>C</a:t>
              </a:r>
              <a:r>
                <a:rPr lang="vi-VN" sz="2500" b="0" i="0" u="none" strike="noStrike" cap="none" dirty="0">
                  <a:solidFill>
                    <a:srgbClr val="334155"/>
                  </a:solidFill>
                  <a:latin typeface="Merriweather" panose="00000500000000000000" pitchFamily="2" charset="0"/>
                  <a:ea typeface="DM Sans"/>
                  <a:cs typeface="DM Sans"/>
                  <a:sym typeface="DM Sans"/>
                </a:rPr>
                <a:t>hủ nghĩa duy tâm và hoài nghi thì sa vào thần bí hoặc phủ nhận hoàn toàn khả năng nhận thức khách quan</a:t>
              </a:r>
              <a:r>
                <a:rPr lang="en-US" sz="2500" b="0" i="0" u="none" strike="noStrike" cap="none" dirty="0">
                  <a:solidFill>
                    <a:srgbClr val="334155"/>
                  </a:solidFill>
                  <a:latin typeface="Merriweather" panose="00000500000000000000" pitchFamily="2" charset="0"/>
                  <a:ea typeface="DM Sans"/>
                  <a:cs typeface="DM Sans"/>
                  <a:sym typeface="DM Sans"/>
                </a:rPr>
                <a:t>.</a:t>
              </a:r>
            </a:p>
            <a:p>
              <a:pPr marL="0" marR="0" lvl="0" indent="0" algn="just" rtl="0">
                <a:lnSpc>
                  <a:spcPct val="160000"/>
                </a:lnSpc>
                <a:spcBef>
                  <a:spcPts val="0"/>
                </a:spcBef>
                <a:spcAft>
                  <a:spcPts val="0"/>
                </a:spcAft>
                <a:buNone/>
              </a:pPr>
              <a:r>
                <a:rPr lang="en-US" sz="2500" dirty="0">
                  <a:solidFill>
                    <a:srgbClr val="334155"/>
                  </a:solidFill>
                  <a:latin typeface="Merriweather" panose="00000500000000000000" pitchFamily="2" charset="0"/>
                  <a:ea typeface="DM Sans"/>
                  <a:cs typeface="DM Sans"/>
                  <a:sym typeface="DM Sans"/>
                </a:rPr>
                <a:t>C</a:t>
              </a:r>
              <a:r>
                <a:rPr lang="vi-VN" sz="2500" b="0" i="0" u="none" strike="noStrike" cap="none" dirty="0">
                  <a:solidFill>
                    <a:srgbClr val="334155"/>
                  </a:solidFill>
                  <a:latin typeface="Merriweather" panose="00000500000000000000" pitchFamily="2" charset="0"/>
                  <a:ea typeface="DM Sans"/>
                  <a:cs typeface="DM Sans"/>
                  <a:sym typeface="DM Sans"/>
                </a:rPr>
                <a:t>hủ nghĩa duy vật cũ dù thừa nhận sự phản ánh nhưng lại nhìn nhận nó một cách thụ động, máy móc (như soi gương)</a:t>
              </a:r>
              <a:endParaRPr sz="2500" dirty="0">
                <a:latin typeface="Merriweather" panose="00000500000000000000" pitchFamily="2" charset="0"/>
              </a:endParaRPr>
            </a:p>
          </p:txBody>
        </p:sp>
      </p:grpSp>
    </p:spTree>
    <p:extLst>
      <p:ext uri="{BB962C8B-B14F-4D97-AF65-F5344CB8AC3E}">
        <p14:creationId xmlns:p14="http://schemas.microsoft.com/office/powerpoint/2010/main" val="10154876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9E5"/>
        </a:solidFill>
        <a:effectLst/>
      </p:bgPr>
    </p:bg>
    <p:spTree>
      <p:nvGrpSpPr>
        <p:cNvPr id="1" name="Shape 117"/>
        <p:cNvGrpSpPr/>
        <p:nvPr/>
      </p:nvGrpSpPr>
      <p:grpSpPr>
        <a:xfrm>
          <a:off x="0" y="0"/>
          <a:ext cx="0" cy="0"/>
          <a:chOff x="0" y="0"/>
          <a:chExt cx="0" cy="0"/>
        </a:xfrm>
      </p:grpSpPr>
      <p:sp>
        <p:nvSpPr>
          <p:cNvPr id="23" name="Google Shape;134;p17">
            <a:extLst>
              <a:ext uri="{FF2B5EF4-FFF2-40B4-BE49-F238E27FC236}">
                <a16:creationId xmlns:a16="http://schemas.microsoft.com/office/drawing/2014/main" id="{2C954CD9-60E1-24D0-F53E-03E19D5C9E7A}"/>
              </a:ext>
            </a:extLst>
          </p:cNvPr>
          <p:cNvSpPr txBox="1"/>
          <p:nvPr/>
        </p:nvSpPr>
        <p:spPr>
          <a:xfrm>
            <a:off x="4641214" y="2765424"/>
            <a:ext cx="222886" cy="30778"/>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0" b="1" i="0" u="none" strike="noStrike" cap="none" dirty="0">
                <a:solidFill>
                  <a:srgbClr val="003366"/>
                </a:solidFill>
                <a:latin typeface="Merriweather" panose="00000500000000000000" pitchFamily="2" charset="0"/>
                <a:ea typeface="Merriweather"/>
                <a:cs typeface="Merriweather"/>
                <a:sym typeface="Merriweather"/>
              </a:rPr>
              <a:t>Lý </a:t>
            </a:r>
            <a:r>
              <a:rPr lang="en-US" sz="100" b="1" i="0" u="none" strike="noStrike" cap="none" dirty="0" err="1">
                <a:solidFill>
                  <a:srgbClr val="003366"/>
                </a:solidFill>
                <a:latin typeface="Merriweather" panose="00000500000000000000" pitchFamily="2" charset="0"/>
                <a:ea typeface="Merriweather"/>
                <a:cs typeface="Merriweather"/>
                <a:sym typeface="Merriweather"/>
              </a:rPr>
              <a:t>luận</a:t>
            </a:r>
            <a:r>
              <a:rPr lang="en-US" sz="100" b="1" i="0" u="none" strike="noStrike" cap="none" dirty="0">
                <a:solidFill>
                  <a:srgbClr val="003366"/>
                </a:solidFill>
                <a:latin typeface="Merriweather" panose="00000500000000000000" pitchFamily="2" charset="0"/>
                <a:ea typeface="Merriweather"/>
                <a:cs typeface="Merriweather"/>
                <a:sym typeface="Merriweather"/>
              </a:rPr>
              <a:t> </a:t>
            </a:r>
            <a:r>
              <a:rPr lang="en-US" sz="100" b="1" i="0" u="none" strike="noStrike" cap="none" dirty="0" err="1">
                <a:solidFill>
                  <a:srgbClr val="003366"/>
                </a:solidFill>
                <a:latin typeface="Merriweather" panose="00000500000000000000" pitchFamily="2" charset="0"/>
                <a:ea typeface="Merriweather"/>
                <a:cs typeface="Merriweather"/>
                <a:sym typeface="Merriweather"/>
              </a:rPr>
              <a:t>Nhận</a:t>
            </a:r>
            <a:r>
              <a:rPr lang="en-US" sz="100" b="1" i="0" u="none" strike="noStrike" cap="none" dirty="0">
                <a:solidFill>
                  <a:srgbClr val="003366"/>
                </a:solidFill>
                <a:latin typeface="Merriweather" panose="00000500000000000000" pitchFamily="2" charset="0"/>
                <a:ea typeface="Merriweather"/>
                <a:cs typeface="Merriweather"/>
                <a:sym typeface="Merriweather"/>
              </a:rPr>
              <a:t> </a:t>
            </a:r>
            <a:r>
              <a:rPr lang="en-US" sz="100" b="1" i="0" u="none" strike="noStrike" cap="none" dirty="0" err="1">
                <a:solidFill>
                  <a:srgbClr val="003366"/>
                </a:solidFill>
                <a:latin typeface="Merriweather" panose="00000500000000000000" pitchFamily="2" charset="0"/>
                <a:ea typeface="Merriweather"/>
                <a:cs typeface="Merriweather"/>
                <a:sym typeface="Merriweather"/>
              </a:rPr>
              <a:t>thức</a:t>
            </a:r>
            <a:br>
              <a:rPr lang="en-US" sz="100" b="0" i="0" u="none" strike="noStrike" cap="none" dirty="0">
                <a:solidFill>
                  <a:schemeClr val="dk1"/>
                </a:solidFill>
                <a:latin typeface="Merriweather" panose="00000500000000000000" pitchFamily="2" charset="0"/>
                <a:ea typeface="Calibri"/>
                <a:cs typeface="Calibri"/>
                <a:sym typeface="Calibri"/>
              </a:rPr>
            </a:br>
            <a:r>
              <a:rPr lang="en-US" sz="100" b="1" i="0" u="none" strike="noStrike" cap="none" dirty="0">
                <a:solidFill>
                  <a:srgbClr val="003366"/>
                </a:solidFill>
                <a:latin typeface="Merriweather" panose="00000500000000000000" pitchFamily="2" charset="0"/>
                <a:ea typeface="Merriweather"/>
                <a:cs typeface="Merriweather"/>
                <a:sym typeface="Merriweather"/>
              </a:rPr>
              <a:t> Duy </a:t>
            </a:r>
            <a:r>
              <a:rPr lang="en-US" sz="100" b="1" i="0" u="none" strike="noStrike" cap="none" dirty="0" err="1">
                <a:solidFill>
                  <a:srgbClr val="003366"/>
                </a:solidFill>
                <a:latin typeface="Merriweather" panose="00000500000000000000" pitchFamily="2" charset="0"/>
                <a:ea typeface="Merriweather"/>
                <a:cs typeface="Merriweather"/>
                <a:sym typeface="Merriweather"/>
              </a:rPr>
              <a:t>vật</a:t>
            </a:r>
            <a:r>
              <a:rPr lang="en-US" sz="100" b="1" i="0" u="none" strike="noStrike" cap="none" dirty="0">
                <a:solidFill>
                  <a:srgbClr val="003366"/>
                </a:solidFill>
                <a:latin typeface="Merriweather" panose="00000500000000000000" pitchFamily="2" charset="0"/>
                <a:ea typeface="Merriweather"/>
                <a:cs typeface="Merriweather"/>
                <a:sym typeface="Merriweather"/>
              </a:rPr>
              <a:t> </a:t>
            </a:r>
            <a:r>
              <a:rPr lang="en-US" sz="100" b="1" i="0" u="none" strike="noStrike" cap="none" dirty="0" err="1">
                <a:solidFill>
                  <a:srgbClr val="003366"/>
                </a:solidFill>
                <a:latin typeface="Merriweather" panose="00000500000000000000" pitchFamily="2" charset="0"/>
                <a:ea typeface="Merriweather"/>
                <a:cs typeface="Merriweather"/>
                <a:sym typeface="Merriweather"/>
              </a:rPr>
              <a:t>Biện</a:t>
            </a:r>
            <a:r>
              <a:rPr lang="en-US" sz="100" b="1" i="0" u="none" strike="noStrike" cap="none" dirty="0">
                <a:solidFill>
                  <a:srgbClr val="003366"/>
                </a:solidFill>
                <a:latin typeface="Merriweather" panose="00000500000000000000" pitchFamily="2" charset="0"/>
                <a:ea typeface="Merriweather"/>
                <a:cs typeface="Merriweather"/>
                <a:sym typeface="Merriweather"/>
              </a:rPr>
              <a:t> </a:t>
            </a:r>
            <a:r>
              <a:rPr lang="en-US" sz="100" b="1" i="0" u="none" strike="noStrike" cap="none" dirty="0" err="1">
                <a:solidFill>
                  <a:srgbClr val="003366"/>
                </a:solidFill>
                <a:latin typeface="Merriweather" panose="00000500000000000000" pitchFamily="2" charset="0"/>
                <a:ea typeface="Merriweather"/>
                <a:cs typeface="Merriweather"/>
                <a:sym typeface="Merriweather"/>
              </a:rPr>
              <a:t>chứng</a:t>
            </a:r>
            <a:endParaRPr sz="100" dirty="0">
              <a:latin typeface="Merriweather" panose="00000500000000000000" pitchFamily="2" charset="0"/>
            </a:endParaRPr>
          </a:p>
        </p:txBody>
      </p:sp>
      <p:pic>
        <p:nvPicPr>
          <p:cNvPr id="118" name="Google Shape;118;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20" name="Google Shape;120;p16"/>
          <p:cNvSpPr txBox="1"/>
          <p:nvPr/>
        </p:nvSpPr>
        <p:spPr>
          <a:xfrm>
            <a:off x="490500" y="276350"/>
            <a:ext cx="11401500" cy="110799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dirty="0" err="1">
                <a:solidFill>
                  <a:srgbClr val="003366"/>
                </a:solidFill>
                <a:latin typeface="Merriweather" panose="00000500000000000000" pitchFamily="2" charset="0"/>
                <a:sym typeface="Merriweather"/>
              </a:rPr>
              <a:t>Đút</a:t>
            </a:r>
            <a:r>
              <a:rPr lang="en-US" sz="3600" b="1" dirty="0">
                <a:solidFill>
                  <a:srgbClr val="003366"/>
                </a:solidFill>
                <a:latin typeface="Merriweather" panose="00000500000000000000" pitchFamily="2" charset="0"/>
                <a:sym typeface="Merriweather"/>
              </a:rPr>
              <a:t> </a:t>
            </a:r>
            <a:r>
              <a:rPr lang="en-US" sz="3600" b="1" dirty="0" err="1">
                <a:solidFill>
                  <a:srgbClr val="003366"/>
                </a:solidFill>
                <a:latin typeface="Merriweather" panose="00000500000000000000" pitchFamily="2" charset="0"/>
                <a:sym typeface="Merriweather"/>
              </a:rPr>
              <a:t>kết</a:t>
            </a:r>
            <a:r>
              <a:rPr lang="en-US" sz="3600" b="1" dirty="0">
                <a:solidFill>
                  <a:srgbClr val="003366"/>
                </a:solidFill>
                <a:latin typeface="Merriweather" panose="00000500000000000000" pitchFamily="2" charset="0"/>
                <a:sym typeface="Merriweather"/>
              </a:rPr>
              <a:t> </a:t>
            </a:r>
            <a:r>
              <a:rPr lang="en-US" sz="3600" b="1" dirty="0" err="1">
                <a:solidFill>
                  <a:srgbClr val="003366"/>
                </a:solidFill>
                <a:latin typeface="Merriweather" panose="00000500000000000000" pitchFamily="2" charset="0"/>
                <a:sym typeface="Merriweather"/>
              </a:rPr>
              <a:t>ra</a:t>
            </a:r>
            <a:r>
              <a:rPr lang="en-US" sz="3600" b="1" dirty="0">
                <a:solidFill>
                  <a:srgbClr val="003366"/>
                </a:solidFill>
                <a:latin typeface="Merriweather" panose="00000500000000000000" pitchFamily="2" charset="0"/>
                <a:sym typeface="Merriweather"/>
              </a:rPr>
              <a:t> </a:t>
            </a:r>
            <a:r>
              <a:rPr lang="en-US" sz="3600" b="1" dirty="0" err="1">
                <a:solidFill>
                  <a:srgbClr val="003366"/>
                </a:solidFill>
                <a:latin typeface="Merriweather" panose="00000500000000000000" pitchFamily="2" charset="0"/>
                <a:sym typeface="Merriweather"/>
              </a:rPr>
              <a:t>được</a:t>
            </a:r>
            <a:r>
              <a:rPr lang="en-US" sz="3600" b="1" dirty="0">
                <a:solidFill>
                  <a:srgbClr val="003366"/>
                </a:solidFill>
                <a:latin typeface="Merriweather" panose="00000500000000000000" pitchFamily="2" charset="0"/>
                <a:sym typeface="Merriweather"/>
              </a:rPr>
              <a:t> t</a:t>
            </a:r>
            <a:r>
              <a:rPr lang="vi-VN" sz="3600" b="1" dirty="0">
                <a:solidFill>
                  <a:srgbClr val="003366"/>
                </a:solidFill>
                <a:latin typeface="Merriweather" panose="00000500000000000000" pitchFamily="2" charset="0"/>
                <a:sym typeface="Merriweather"/>
              </a:rPr>
              <a:t>ất cả các trào lưu triết học trước Mác</a:t>
            </a:r>
            <a:endParaRPr dirty="0">
              <a:latin typeface="Merriweather" panose="00000500000000000000" pitchFamily="2" charset="0"/>
            </a:endParaRPr>
          </a:p>
        </p:txBody>
      </p:sp>
      <p:sp>
        <p:nvSpPr>
          <p:cNvPr id="121" name="Google Shape;121;p16"/>
          <p:cNvSpPr/>
          <p:nvPr/>
        </p:nvSpPr>
        <p:spPr>
          <a:xfrm>
            <a:off x="300000" y="276350"/>
            <a:ext cx="76200" cy="523800"/>
          </a:xfrm>
          <a:prstGeom prst="rect">
            <a:avLst/>
          </a:prstGeom>
          <a:solidFill>
            <a:srgbClr val="D4AF3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erriweather" panose="00000500000000000000" pitchFamily="2" charset="0"/>
              <a:ea typeface="Calibri"/>
              <a:cs typeface="Calibri"/>
              <a:sym typeface="Calibri"/>
            </a:endParaRPr>
          </a:p>
        </p:txBody>
      </p:sp>
      <p:grpSp>
        <p:nvGrpSpPr>
          <p:cNvPr id="122" name="Google Shape;122;p16"/>
          <p:cNvGrpSpPr/>
          <p:nvPr/>
        </p:nvGrpSpPr>
        <p:grpSpPr>
          <a:xfrm>
            <a:off x="268493" y="1584422"/>
            <a:ext cx="5803800" cy="3689155"/>
            <a:chOff x="571500" y="1147850"/>
            <a:chExt cx="6332101" cy="3619300"/>
          </a:xfrm>
        </p:grpSpPr>
        <p:pic>
          <p:nvPicPr>
            <p:cNvPr id="123" name="Google Shape;123;p16" descr="image.png"/>
            <p:cNvPicPr preferRelativeResize="0"/>
            <p:nvPr/>
          </p:nvPicPr>
          <p:blipFill rotWithShape="1">
            <a:blip r:embed="rId4">
              <a:alphaModFix/>
            </a:blip>
            <a:srcRect/>
            <a:stretch/>
          </p:blipFill>
          <p:spPr>
            <a:xfrm>
              <a:off x="571500" y="1147850"/>
              <a:ext cx="6181075" cy="3619300"/>
            </a:xfrm>
            <a:prstGeom prst="rect">
              <a:avLst/>
            </a:prstGeom>
            <a:noFill/>
            <a:ln>
              <a:noFill/>
            </a:ln>
          </p:spPr>
        </p:pic>
        <p:sp>
          <p:nvSpPr>
            <p:cNvPr id="124" name="Google Shape;124;p16"/>
            <p:cNvSpPr txBox="1"/>
            <p:nvPr/>
          </p:nvSpPr>
          <p:spPr>
            <a:xfrm>
              <a:off x="571501" y="1464653"/>
              <a:ext cx="6332100" cy="3963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574" b="1" i="0" u="none" strike="noStrike" cap="none" dirty="0">
                  <a:solidFill>
                    <a:srgbClr val="003366"/>
                  </a:solidFill>
                  <a:latin typeface="Merriweather" panose="00000500000000000000" pitchFamily="2" charset="0"/>
                  <a:ea typeface="Merriweather"/>
                  <a:cs typeface="Merriweather"/>
                  <a:sym typeface="Merriweather"/>
                </a:rPr>
                <a:t>Các </a:t>
              </a:r>
              <a:r>
                <a:rPr lang="en-US" sz="2574" b="1" i="0" u="none" strike="noStrike" cap="none" dirty="0" err="1">
                  <a:solidFill>
                    <a:srgbClr val="003366"/>
                  </a:solidFill>
                  <a:latin typeface="Merriweather" panose="00000500000000000000" pitchFamily="2" charset="0"/>
                  <a:ea typeface="Merriweather"/>
                  <a:cs typeface="Merriweather"/>
                  <a:sym typeface="Merriweather"/>
                </a:rPr>
                <a:t>trào</a:t>
              </a:r>
              <a:r>
                <a:rPr lang="en-US" sz="2574" b="1" i="0" u="none" strike="noStrike" cap="none" dirty="0">
                  <a:solidFill>
                    <a:srgbClr val="003366"/>
                  </a:solidFill>
                  <a:latin typeface="Merriweather" panose="00000500000000000000" pitchFamily="2" charset="0"/>
                  <a:ea typeface="Merriweather"/>
                  <a:cs typeface="Merriweather"/>
                  <a:sym typeface="Merriweather"/>
                </a:rPr>
                <a:t> </a:t>
              </a:r>
              <a:r>
                <a:rPr lang="en-US" sz="2574" b="1" i="0" u="none" strike="noStrike" cap="none" dirty="0" err="1">
                  <a:solidFill>
                    <a:srgbClr val="003366"/>
                  </a:solidFill>
                  <a:latin typeface="Merriweather" panose="00000500000000000000" pitchFamily="2" charset="0"/>
                  <a:ea typeface="Merriweather"/>
                  <a:cs typeface="Merriweather"/>
                  <a:sym typeface="Merriweather"/>
                </a:rPr>
                <a:t>lưu</a:t>
              </a:r>
              <a:r>
                <a:rPr lang="en-US" sz="2574" b="1" i="0" u="none" strike="noStrike" cap="none" dirty="0">
                  <a:solidFill>
                    <a:srgbClr val="003366"/>
                  </a:solidFill>
                  <a:latin typeface="Merriweather" panose="00000500000000000000" pitchFamily="2" charset="0"/>
                  <a:ea typeface="Merriweather"/>
                  <a:cs typeface="Merriweather"/>
                  <a:sym typeface="Merriweather"/>
                </a:rPr>
                <a:t> </a:t>
              </a:r>
              <a:r>
                <a:rPr lang="en-US" sz="2574" b="1" i="0" u="none" strike="noStrike" cap="none" dirty="0" err="1">
                  <a:solidFill>
                    <a:srgbClr val="003366"/>
                  </a:solidFill>
                  <a:latin typeface="Merriweather" panose="00000500000000000000" pitchFamily="2" charset="0"/>
                  <a:ea typeface="Merriweather"/>
                  <a:cs typeface="Merriweather"/>
                  <a:sym typeface="Merriweather"/>
                </a:rPr>
                <a:t>triết</a:t>
              </a:r>
              <a:r>
                <a:rPr lang="en-US" sz="2574" b="1" i="0" u="none" strike="noStrike" cap="none" dirty="0">
                  <a:solidFill>
                    <a:srgbClr val="003366"/>
                  </a:solidFill>
                  <a:latin typeface="Merriweather" panose="00000500000000000000" pitchFamily="2" charset="0"/>
                  <a:ea typeface="Merriweather"/>
                  <a:cs typeface="Merriweather"/>
                  <a:sym typeface="Merriweather"/>
                </a:rPr>
                <a:t> </a:t>
              </a:r>
              <a:r>
                <a:rPr lang="en-US" sz="2574" b="1" i="0" u="none" strike="noStrike" cap="none" dirty="0" err="1">
                  <a:solidFill>
                    <a:srgbClr val="003366"/>
                  </a:solidFill>
                  <a:latin typeface="Merriweather" panose="00000500000000000000" pitchFamily="2" charset="0"/>
                  <a:ea typeface="Merriweather"/>
                  <a:cs typeface="Merriweather"/>
                  <a:sym typeface="Merriweather"/>
                </a:rPr>
                <a:t>học</a:t>
              </a:r>
              <a:r>
                <a:rPr lang="en-US" sz="2574" b="1" i="0" u="none" strike="noStrike" cap="none" dirty="0">
                  <a:solidFill>
                    <a:srgbClr val="003366"/>
                  </a:solidFill>
                  <a:latin typeface="Merriweather" panose="00000500000000000000" pitchFamily="2" charset="0"/>
                  <a:ea typeface="Merriweather"/>
                  <a:cs typeface="Merriweather"/>
                  <a:sym typeface="Merriweather"/>
                </a:rPr>
                <a:t> </a:t>
              </a:r>
              <a:r>
                <a:rPr lang="en-US" sz="2574" b="1" i="0" u="none" strike="noStrike" cap="none" dirty="0" err="1">
                  <a:solidFill>
                    <a:srgbClr val="003366"/>
                  </a:solidFill>
                  <a:latin typeface="Merriweather" panose="00000500000000000000" pitchFamily="2" charset="0"/>
                  <a:ea typeface="Merriweather"/>
                  <a:cs typeface="Merriweather"/>
                  <a:sym typeface="Merriweather"/>
                </a:rPr>
                <a:t>trước</a:t>
              </a:r>
              <a:r>
                <a:rPr lang="en-US" sz="2574" b="1" i="0" u="none" strike="noStrike" cap="none" dirty="0">
                  <a:solidFill>
                    <a:srgbClr val="003366"/>
                  </a:solidFill>
                  <a:latin typeface="Merriweather" panose="00000500000000000000" pitchFamily="2" charset="0"/>
                  <a:ea typeface="Merriweather"/>
                  <a:cs typeface="Merriweather"/>
                  <a:sym typeface="Merriweather"/>
                </a:rPr>
                <a:t> </a:t>
              </a:r>
              <a:r>
                <a:rPr lang="en-US" sz="2574" b="1" i="0" u="none" strike="noStrike" cap="none" dirty="0" err="1">
                  <a:solidFill>
                    <a:srgbClr val="003366"/>
                  </a:solidFill>
                  <a:latin typeface="Merriweather" panose="00000500000000000000" pitchFamily="2" charset="0"/>
                  <a:ea typeface="Merriweather"/>
                  <a:cs typeface="Merriweather"/>
                  <a:sym typeface="Merriweather"/>
                </a:rPr>
                <a:t>Mác</a:t>
              </a:r>
              <a:endParaRPr sz="2569" dirty="0">
                <a:latin typeface="Merriweather" panose="00000500000000000000" pitchFamily="2" charset="0"/>
              </a:endParaRPr>
            </a:p>
          </p:txBody>
        </p:sp>
        <p:sp>
          <p:nvSpPr>
            <p:cNvPr id="125" name="Google Shape;125;p16"/>
            <p:cNvSpPr txBox="1"/>
            <p:nvPr/>
          </p:nvSpPr>
          <p:spPr>
            <a:xfrm>
              <a:off x="722394" y="1987223"/>
              <a:ext cx="6030300" cy="2318966"/>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2400" i="0" u="none" strike="noStrike" cap="none" dirty="0" err="1">
                  <a:solidFill>
                    <a:srgbClr val="334155"/>
                  </a:solidFill>
                  <a:latin typeface="Merriweather" panose="00000500000000000000" pitchFamily="2" charset="0"/>
                  <a:ea typeface="DM Sans"/>
                  <a:cs typeface="DM Sans"/>
                  <a:sym typeface="DM Sans"/>
                </a:rPr>
                <a:t>Đều</a:t>
              </a:r>
              <a:r>
                <a:rPr lang="en-US" sz="2400" i="0" u="none" strike="noStrike" cap="none" dirty="0">
                  <a:solidFill>
                    <a:srgbClr val="334155"/>
                  </a:solidFill>
                  <a:latin typeface="Merriweather" panose="00000500000000000000" pitchFamily="2" charset="0"/>
                  <a:ea typeface="DM Sans"/>
                  <a:cs typeface="DM Sans"/>
                  <a:sym typeface="DM Sans"/>
                </a:rPr>
                <a:t> </a:t>
              </a:r>
              <a:r>
                <a:rPr lang="en-US" sz="2400" i="0" u="none" strike="noStrike" cap="none" dirty="0" err="1">
                  <a:solidFill>
                    <a:srgbClr val="334155"/>
                  </a:solidFill>
                  <a:latin typeface="Merriweather" panose="00000500000000000000" pitchFamily="2" charset="0"/>
                  <a:ea typeface="DM Sans"/>
                  <a:cs typeface="DM Sans"/>
                  <a:sym typeface="DM Sans"/>
                </a:rPr>
                <a:t>bế</a:t>
              </a:r>
              <a:r>
                <a:rPr lang="en-US" sz="2400" i="0" u="none" strike="noStrike" cap="none" dirty="0">
                  <a:solidFill>
                    <a:srgbClr val="334155"/>
                  </a:solidFill>
                  <a:latin typeface="Merriweather" panose="00000500000000000000" pitchFamily="2" charset="0"/>
                  <a:ea typeface="DM Sans"/>
                  <a:cs typeface="DM Sans"/>
                  <a:sym typeface="DM Sans"/>
                </a:rPr>
                <a:t> </a:t>
              </a:r>
              <a:r>
                <a:rPr lang="en-US" sz="2400" i="0" u="none" strike="noStrike" cap="none" dirty="0" err="1">
                  <a:solidFill>
                    <a:srgbClr val="334155"/>
                  </a:solidFill>
                  <a:latin typeface="Merriweather" panose="00000500000000000000" pitchFamily="2" charset="0"/>
                  <a:ea typeface="DM Sans"/>
                  <a:cs typeface="DM Sans"/>
                  <a:sym typeface="DM Sans"/>
                </a:rPr>
                <a:t>tắc</a:t>
              </a:r>
              <a:r>
                <a:rPr lang="en-US" sz="2400" i="0" u="none" strike="noStrike" cap="none" dirty="0">
                  <a:solidFill>
                    <a:srgbClr val="334155"/>
                  </a:solidFill>
                  <a:latin typeface="Merriweather" panose="00000500000000000000" pitchFamily="2" charset="0"/>
                  <a:ea typeface="DM Sans"/>
                  <a:cs typeface="DM Sans"/>
                  <a:sym typeface="DM Sans"/>
                </a:rPr>
                <a:t> </a:t>
              </a:r>
              <a:r>
                <a:rPr lang="en-US" sz="2400" i="0" u="none" strike="noStrike" cap="none" dirty="0" err="1">
                  <a:solidFill>
                    <a:srgbClr val="334155"/>
                  </a:solidFill>
                  <a:latin typeface="Merriweather" panose="00000500000000000000" pitchFamily="2" charset="0"/>
                  <a:ea typeface="DM Sans"/>
                  <a:cs typeface="DM Sans"/>
                  <a:sym typeface="DM Sans"/>
                </a:rPr>
                <a:t>hoặc</a:t>
              </a:r>
              <a:r>
                <a:rPr lang="en-US" sz="2400" i="0" u="none" strike="noStrike" cap="none" dirty="0">
                  <a:solidFill>
                    <a:srgbClr val="334155"/>
                  </a:solidFill>
                  <a:latin typeface="Merriweather" panose="00000500000000000000" pitchFamily="2" charset="0"/>
                  <a:ea typeface="DM Sans"/>
                  <a:cs typeface="DM Sans"/>
                  <a:sym typeface="DM Sans"/>
                </a:rPr>
                <a:t> </a:t>
              </a:r>
              <a:r>
                <a:rPr lang="en-US" sz="2400" i="0" u="none" strike="noStrike" cap="none" dirty="0" err="1">
                  <a:solidFill>
                    <a:srgbClr val="334155"/>
                  </a:solidFill>
                  <a:latin typeface="Merriweather" panose="00000500000000000000" pitchFamily="2" charset="0"/>
                  <a:ea typeface="DM Sans"/>
                  <a:cs typeface="DM Sans"/>
                  <a:sym typeface="DM Sans"/>
                </a:rPr>
                <a:t>mắc</a:t>
              </a:r>
              <a:r>
                <a:rPr lang="en-US" sz="2400" i="0" u="none" strike="noStrike" cap="none" dirty="0">
                  <a:solidFill>
                    <a:srgbClr val="334155"/>
                  </a:solidFill>
                  <a:latin typeface="Merriweather" panose="00000500000000000000" pitchFamily="2" charset="0"/>
                  <a:ea typeface="DM Sans"/>
                  <a:cs typeface="DM Sans"/>
                  <a:sym typeface="DM Sans"/>
                </a:rPr>
                <a:t> </a:t>
              </a:r>
              <a:r>
                <a:rPr lang="en-US" sz="2400" i="0" u="none" strike="noStrike" cap="none" dirty="0" err="1">
                  <a:solidFill>
                    <a:srgbClr val="334155"/>
                  </a:solidFill>
                  <a:latin typeface="Merriweather" panose="00000500000000000000" pitchFamily="2" charset="0"/>
                  <a:ea typeface="DM Sans"/>
                  <a:cs typeface="DM Sans"/>
                  <a:sym typeface="DM Sans"/>
                </a:rPr>
                <a:t>hạn</a:t>
              </a:r>
              <a:r>
                <a:rPr lang="en-US" sz="2400" i="0" u="none" strike="noStrike" cap="none" dirty="0">
                  <a:solidFill>
                    <a:srgbClr val="334155"/>
                  </a:solidFill>
                  <a:latin typeface="Merriweather" panose="00000500000000000000" pitchFamily="2" charset="0"/>
                  <a:ea typeface="DM Sans"/>
                  <a:cs typeface="DM Sans"/>
                  <a:sym typeface="DM Sans"/>
                </a:rPr>
                <a:t> </a:t>
              </a:r>
              <a:r>
                <a:rPr lang="en-US" sz="2400" i="0" u="none" strike="noStrike" cap="none" dirty="0" err="1">
                  <a:solidFill>
                    <a:srgbClr val="334155"/>
                  </a:solidFill>
                  <a:latin typeface="Merriweather" panose="00000500000000000000" pitchFamily="2" charset="0"/>
                  <a:ea typeface="DM Sans"/>
                  <a:cs typeface="DM Sans"/>
                  <a:sym typeface="DM Sans"/>
                </a:rPr>
                <a:t>chế</a:t>
              </a:r>
              <a:r>
                <a:rPr lang="en-US" sz="2400" i="0" u="none" strike="noStrike" cap="none" dirty="0">
                  <a:solidFill>
                    <a:srgbClr val="334155"/>
                  </a:solidFill>
                  <a:latin typeface="Merriweather" panose="00000500000000000000" pitchFamily="2" charset="0"/>
                  <a:ea typeface="DM Sans"/>
                  <a:cs typeface="DM Sans"/>
                  <a:sym typeface="DM Sans"/>
                </a:rPr>
                <a:t> </a:t>
              </a:r>
              <a:r>
                <a:rPr lang="en-US" sz="2400" i="0" u="none" strike="noStrike" cap="none" dirty="0" err="1">
                  <a:solidFill>
                    <a:srgbClr val="334155"/>
                  </a:solidFill>
                  <a:latin typeface="Merriweather" panose="00000500000000000000" pitchFamily="2" charset="0"/>
                  <a:ea typeface="DM Sans"/>
                  <a:cs typeface="DM Sans"/>
                  <a:sym typeface="DM Sans"/>
                </a:rPr>
                <a:t>trong</a:t>
              </a:r>
              <a:r>
                <a:rPr lang="en-US" sz="2400" i="0" u="none" strike="noStrike" cap="none" dirty="0">
                  <a:solidFill>
                    <a:srgbClr val="334155"/>
                  </a:solidFill>
                  <a:latin typeface="Merriweather" panose="00000500000000000000" pitchFamily="2" charset="0"/>
                  <a:ea typeface="DM Sans"/>
                  <a:cs typeface="DM Sans"/>
                  <a:sym typeface="DM Sans"/>
                </a:rPr>
                <a:t> </a:t>
              </a:r>
              <a:r>
                <a:rPr lang="en-US" sz="2400" i="0" u="none" strike="noStrike" cap="none" dirty="0" err="1">
                  <a:solidFill>
                    <a:srgbClr val="334155"/>
                  </a:solidFill>
                  <a:latin typeface="Merriweather" panose="00000500000000000000" pitchFamily="2" charset="0"/>
                  <a:ea typeface="DM Sans"/>
                  <a:cs typeface="DM Sans"/>
                  <a:sym typeface="DM Sans"/>
                </a:rPr>
                <a:t>việc</a:t>
              </a:r>
              <a:r>
                <a:rPr lang="en-US" sz="2400" i="0" u="none" strike="noStrike" cap="none" dirty="0">
                  <a:solidFill>
                    <a:srgbClr val="334155"/>
                  </a:solidFill>
                  <a:latin typeface="Merriweather" panose="00000500000000000000" pitchFamily="2" charset="0"/>
                  <a:ea typeface="DM Sans"/>
                  <a:cs typeface="DM Sans"/>
                  <a:sym typeface="DM Sans"/>
                </a:rPr>
                <a:t> </a:t>
              </a:r>
              <a:r>
                <a:rPr lang="en-US" sz="2400" i="0" u="none" strike="noStrike" cap="none" dirty="0" err="1">
                  <a:solidFill>
                    <a:srgbClr val="334155"/>
                  </a:solidFill>
                  <a:latin typeface="Merriweather" panose="00000500000000000000" pitchFamily="2" charset="0"/>
                  <a:ea typeface="DM Sans"/>
                  <a:cs typeface="DM Sans"/>
                  <a:sym typeface="DM Sans"/>
                </a:rPr>
                <a:t>giải</a:t>
              </a:r>
              <a:r>
                <a:rPr lang="en-US" sz="2400" i="0" u="none" strike="noStrike" cap="none" dirty="0">
                  <a:solidFill>
                    <a:srgbClr val="334155"/>
                  </a:solidFill>
                  <a:latin typeface="Merriweather" panose="00000500000000000000" pitchFamily="2" charset="0"/>
                  <a:ea typeface="DM Sans"/>
                  <a:cs typeface="DM Sans"/>
                  <a:sym typeface="DM Sans"/>
                </a:rPr>
                <a:t> </a:t>
              </a:r>
              <a:r>
                <a:rPr lang="en-US" sz="2400" i="0" u="none" strike="noStrike" cap="none" dirty="0" err="1">
                  <a:solidFill>
                    <a:srgbClr val="334155"/>
                  </a:solidFill>
                  <a:latin typeface="Merriweather" panose="00000500000000000000" pitchFamily="2" charset="0"/>
                  <a:ea typeface="DM Sans"/>
                  <a:cs typeface="DM Sans"/>
                  <a:sym typeface="DM Sans"/>
                </a:rPr>
                <a:t>thích</a:t>
              </a:r>
              <a:r>
                <a:rPr lang="en-US" sz="2400" i="0" u="none" strike="noStrike" cap="none" dirty="0">
                  <a:solidFill>
                    <a:srgbClr val="334155"/>
                  </a:solidFill>
                  <a:latin typeface="Merriweather" panose="00000500000000000000" pitchFamily="2" charset="0"/>
                  <a:ea typeface="DM Sans"/>
                  <a:cs typeface="DM Sans"/>
                  <a:sym typeface="DM Sans"/>
                </a:rPr>
                <a:t> </a:t>
              </a:r>
              <a:r>
                <a:rPr lang="en-US" sz="2400" i="0" u="none" strike="noStrike" cap="none" dirty="0" err="1">
                  <a:solidFill>
                    <a:srgbClr val="334155"/>
                  </a:solidFill>
                  <a:latin typeface="Merriweather" panose="00000500000000000000" pitchFamily="2" charset="0"/>
                  <a:ea typeface="DM Sans"/>
                  <a:cs typeface="DM Sans"/>
                  <a:sym typeface="DM Sans"/>
                </a:rPr>
                <a:t>quá</a:t>
              </a:r>
              <a:r>
                <a:rPr lang="en-US" sz="2400" i="0" u="none" strike="noStrike" cap="none" dirty="0">
                  <a:solidFill>
                    <a:srgbClr val="334155"/>
                  </a:solidFill>
                  <a:latin typeface="Merriweather" panose="00000500000000000000" pitchFamily="2" charset="0"/>
                  <a:ea typeface="DM Sans"/>
                  <a:cs typeface="DM Sans"/>
                  <a:sym typeface="DM Sans"/>
                </a:rPr>
                <a:t> </a:t>
              </a:r>
              <a:r>
                <a:rPr lang="en-US" sz="2400" i="0" u="none" strike="noStrike" cap="none" dirty="0" err="1">
                  <a:solidFill>
                    <a:srgbClr val="334155"/>
                  </a:solidFill>
                  <a:latin typeface="Merriweather" panose="00000500000000000000" pitchFamily="2" charset="0"/>
                  <a:ea typeface="DM Sans"/>
                  <a:cs typeface="DM Sans"/>
                  <a:sym typeface="DM Sans"/>
                </a:rPr>
                <a:t>trình</a:t>
              </a:r>
              <a:r>
                <a:rPr lang="en-US" sz="2400" i="0" u="none" strike="noStrike" cap="none" dirty="0">
                  <a:solidFill>
                    <a:srgbClr val="334155"/>
                  </a:solidFill>
                  <a:latin typeface="Merriweather" panose="00000500000000000000" pitchFamily="2" charset="0"/>
                  <a:ea typeface="DM Sans"/>
                  <a:cs typeface="DM Sans"/>
                  <a:sym typeface="DM Sans"/>
                </a:rPr>
                <a:t> </a:t>
              </a:r>
              <a:r>
                <a:rPr lang="en-US" sz="2400" i="0" u="none" strike="noStrike" cap="none" dirty="0" err="1">
                  <a:solidFill>
                    <a:srgbClr val="334155"/>
                  </a:solidFill>
                  <a:latin typeface="Merriweather" panose="00000500000000000000" pitchFamily="2" charset="0"/>
                  <a:ea typeface="DM Sans"/>
                  <a:cs typeface="DM Sans"/>
                  <a:sym typeface="DM Sans"/>
                </a:rPr>
                <a:t>nhận</a:t>
              </a:r>
              <a:r>
                <a:rPr lang="en-US" sz="2400" i="0" u="none" strike="noStrike" cap="none" dirty="0">
                  <a:solidFill>
                    <a:srgbClr val="334155"/>
                  </a:solidFill>
                  <a:latin typeface="Merriweather" panose="00000500000000000000" pitchFamily="2" charset="0"/>
                  <a:ea typeface="DM Sans"/>
                  <a:cs typeface="DM Sans"/>
                  <a:sym typeface="DM Sans"/>
                </a:rPr>
                <a:t> </a:t>
              </a:r>
              <a:r>
                <a:rPr lang="en-US" sz="2400" i="0" u="none" strike="noStrike" cap="none" dirty="0" err="1">
                  <a:solidFill>
                    <a:srgbClr val="334155"/>
                  </a:solidFill>
                  <a:latin typeface="Merriweather" panose="00000500000000000000" pitchFamily="2" charset="0"/>
                  <a:ea typeface="DM Sans"/>
                  <a:cs typeface="DM Sans"/>
                  <a:sym typeface="DM Sans"/>
                </a:rPr>
                <a:t>thức</a:t>
              </a:r>
              <a:r>
                <a:rPr lang="en-US" sz="2400" i="0" u="none" strike="noStrike" cap="none" dirty="0">
                  <a:solidFill>
                    <a:srgbClr val="334155"/>
                  </a:solidFill>
                  <a:latin typeface="Merriweather" panose="00000500000000000000" pitchFamily="2" charset="0"/>
                  <a:ea typeface="DM Sans"/>
                  <a:cs typeface="DM Sans"/>
                  <a:sym typeface="DM Sans"/>
                </a:rPr>
                <a:t> </a:t>
              </a:r>
              <a:r>
                <a:rPr lang="en-US" sz="2400" i="0" u="none" strike="noStrike" cap="none" dirty="0" err="1">
                  <a:solidFill>
                    <a:srgbClr val="334155"/>
                  </a:solidFill>
                  <a:latin typeface="Merriweather" panose="00000500000000000000" pitchFamily="2" charset="0"/>
                  <a:ea typeface="DM Sans"/>
                  <a:cs typeface="DM Sans"/>
                  <a:sym typeface="DM Sans"/>
                </a:rPr>
                <a:t>vì</a:t>
              </a:r>
              <a:r>
                <a:rPr lang="en-US" sz="2400" i="0" u="none" strike="noStrike" cap="none" dirty="0">
                  <a:solidFill>
                    <a:srgbClr val="334155"/>
                  </a:solidFill>
                  <a:latin typeface="Merriweather" panose="00000500000000000000" pitchFamily="2" charset="0"/>
                  <a:ea typeface="DM Sans"/>
                  <a:cs typeface="DM Sans"/>
                  <a:sym typeface="DM Sans"/>
                </a:rPr>
                <a:t> </a:t>
              </a:r>
              <a:r>
                <a:rPr lang="en-US" sz="2400" i="0" u="none" strike="noStrike" cap="none" dirty="0" err="1">
                  <a:solidFill>
                    <a:srgbClr val="334155"/>
                  </a:solidFill>
                  <a:latin typeface="Merriweather" panose="00000500000000000000" pitchFamily="2" charset="0"/>
                  <a:ea typeface="DM Sans"/>
                  <a:cs typeface="DM Sans"/>
                  <a:sym typeface="DM Sans"/>
                </a:rPr>
                <a:t>chúng</a:t>
              </a:r>
              <a:r>
                <a:rPr lang="en-US" sz="2400" i="0" u="none" strike="noStrike" cap="none" dirty="0">
                  <a:solidFill>
                    <a:srgbClr val="334155"/>
                  </a:solidFill>
                  <a:latin typeface="Merriweather" panose="00000500000000000000" pitchFamily="2" charset="0"/>
                  <a:ea typeface="DM Sans"/>
                  <a:cs typeface="DM Sans"/>
                  <a:sym typeface="DM Sans"/>
                </a:rPr>
                <a:t> </a:t>
              </a:r>
              <a:r>
                <a:rPr lang="en-US" sz="2400" i="0" u="none" strike="noStrike" cap="none" dirty="0" err="1">
                  <a:solidFill>
                    <a:srgbClr val="334155"/>
                  </a:solidFill>
                  <a:latin typeface="Merriweather" panose="00000500000000000000" pitchFamily="2" charset="0"/>
                  <a:ea typeface="DM Sans"/>
                  <a:cs typeface="DM Sans"/>
                  <a:sym typeface="DM Sans"/>
                </a:rPr>
                <a:t>tách</a:t>
              </a:r>
              <a:r>
                <a:rPr lang="en-US" sz="2400" i="0" u="none" strike="noStrike" cap="none" dirty="0">
                  <a:solidFill>
                    <a:srgbClr val="334155"/>
                  </a:solidFill>
                  <a:latin typeface="Merriweather" panose="00000500000000000000" pitchFamily="2" charset="0"/>
                  <a:ea typeface="DM Sans"/>
                  <a:cs typeface="DM Sans"/>
                  <a:sym typeface="DM Sans"/>
                </a:rPr>
                <a:t> </a:t>
              </a:r>
              <a:r>
                <a:rPr lang="en-US" sz="2400" i="0" u="none" strike="noStrike" cap="none" dirty="0" err="1">
                  <a:solidFill>
                    <a:srgbClr val="334155"/>
                  </a:solidFill>
                  <a:latin typeface="Merriweather" panose="00000500000000000000" pitchFamily="2" charset="0"/>
                  <a:ea typeface="DM Sans"/>
                  <a:cs typeface="DM Sans"/>
                  <a:sym typeface="DM Sans"/>
                </a:rPr>
                <a:t>rời</a:t>
              </a:r>
              <a:r>
                <a:rPr lang="en-US" sz="2400" i="0" u="none" strike="noStrike" cap="none" dirty="0">
                  <a:solidFill>
                    <a:srgbClr val="334155"/>
                  </a:solidFill>
                  <a:latin typeface="Merriweather" panose="00000500000000000000" pitchFamily="2" charset="0"/>
                  <a:ea typeface="DM Sans"/>
                  <a:cs typeface="DM Sans"/>
                  <a:sym typeface="DM Sans"/>
                </a:rPr>
                <a:t> </a:t>
              </a:r>
              <a:r>
                <a:rPr lang="en-US" sz="2400" i="0" u="none" strike="noStrike" cap="none" dirty="0" err="1">
                  <a:solidFill>
                    <a:srgbClr val="334155"/>
                  </a:solidFill>
                  <a:latin typeface="Merriweather" panose="00000500000000000000" pitchFamily="2" charset="0"/>
                  <a:ea typeface="DM Sans"/>
                  <a:cs typeface="DM Sans"/>
                  <a:sym typeface="DM Sans"/>
                </a:rPr>
                <a:t>nhận</a:t>
              </a:r>
              <a:r>
                <a:rPr lang="en-US" sz="2400" i="0" u="none" strike="noStrike" cap="none" dirty="0">
                  <a:solidFill>
                    <a:srgbClr val="334155"/>
                  </a:solidFill>
                  <a:latin typeface="Merriweather" panose="00000500000000000000" pitchFamily="2" charset="0"/>
                  <a:ea typeface="DM Sans"/>
                  <a:cs typeface="DM Sans"/>
                  <a:sym typeface="DM Sans"/>
                </a:rPr>
                <a:t> </a:t>
              </a:r>
              <a:r>
                <a:rPr lang="en-US" sz="2400" i="0" u="none" strike="noStrike" cap="none" dirty="0" err="1">
                  <a:solidFill>
                    <a:srgbClr val="334155"/>
                  </a:solidFill>
                  <a:latin typeface="Merriweather" panose="00000500000000000000" pitchFamily="2" charset="0"/>
                  <a:ea typeface="DM Sans"/>
                  <a:cs typeface="DM Sans"/>
                  <a:sym typeface="DM Sans"/>
                </a:rPr>
                <a:t>thức</a:t>
              </a:r>
              <a:r>
                <a:rPr lang="en-US" sz="2400" i="0" u="none" strike="noStrike" cap="none" dirty="0">
                  <a:solidFill>
                    <a:srgbClr val="334155"/>
                  </a:solidFill>
                  <a:latin typeface="Merriweather" panose="00000500000000000000" pitchFamily="2" charset="0"/>
                  <a:ea typeface="DM Sans"/>
                  <a:cs typeface="DM Sans"/>
                  <a:sym typeface="DM Sans"/>
                </a:rPr>
                <a:t> </a:t>
              </a:r>
              <a:r>
                <a:rPr lang="en-US" sz="2400" i="0" u="none" strike="noStrike" cap="none" dirty="0" err="1">
                  <a:solidFill>
                    <a:srgbClr val="334155"/>
                  </a:solidFill>
                  <a:latin typeface="Merriweather" panose="00000500000000000000" pitchFamily="2" charset="0"/>
                  <a:ea typeface="DM Sans"/>
                  <a:cs typeface="DM Sans"/>
                  <a:sym typeface="DM Sans"/>
                </a:rPr>
                <a:t>khỏi</a:t>
              </a:r>
              <a:r>
                <a:rPr lang="en-US" sz="2400" i="0" u="none" strike="noStrike" cap="none" dirty="0">
                  <a:solidFill>
                    <a:srgbClr val="334155"/>
                  </a:solidFill>
                  <a:latin typeface="Merriweather" panose="00000500000000000000" pitchFamily="2" charset="0"/>
                  <a:ea typeface="DM Sans"/>
                  <a:cs typeface="DM Sans"/>
                  <a:sym typeface="DM Sans"/>
                </a:rPr>
                <a:t> </a:t>
              </a:r>
              <a:r>
                <a:rPr lang="en-US" sz="2400" i="0" u="none" strike="noStrike" cap="none" dirty="0" err="1">
                  <a:solidFill>
                    <a:srgbClr val="334155"/>
                  </a:solidFill>
                  <a:latin typeface="Merriweather" panose="00000500000000000000" pitchFamily="2" charset="0"/>
                  <a:ea typeface="DM Sans"/>
                  <a:cs typeface="DM Sans"/>
                  <a:sym typeface="DM Sans"/>
                </a:rPr>
                <a:t>hoạt</a:t>
              </a:r>
              <a:r>
                <a:rPr lang="en-US" sz="2400" i="0" u="none" strike="noStrike" cap="none" dirty="0">
                  <a:solidFill>
                    <a:srgbClr val="334155"/>
                  </a:solidFill>
                  <a:latin typeface="Merriweather" panose="00000500000000000000" pitchFamily="2" charset="0"/>
                  <a:ea typeface="DM Sans"/>
                  <a:cs typeface="DM Sans"/>
                  <a:sym typeface="DM Sans"/>
                </a:rPr>
                <a:t> </a:t>
              </a:r>
              <a:r>
                <a:rPr lang="en-US" sz="2400" i="0" u="none" strike="noStrike" cap="none" dirty="0" err="1">
                  <a:solidFill>
                    <a:srgbClr val="334155"/>
                  </a:solidFill>
                  <a:latin typeface="Merriweather" panose="00000500000000000000" pitchFamily="2" charset="0"/>
                  <a:ea typeface="DM Sans"/>
                  <a:cs typeface="DM Sans"/>
                  <a:sym typeface="DM Sans"/>
                </a:rPr>
                <a:t>động</a:t>
              </a:r>
              <a:r>
                <a:rPr lang="en-US" sz="2400" i="0" u="none" strike="noStrike" cap="none" dirty="0">
                  <a:solidFill>
                    <a:srgbClr val="334155"/>
                  </a:solidFill>
                  <a:latin typeface="Merriweather" panose="00000500000000000000" pitchFamily="2" charset="0"/>
                  <a:ea typeface="DM Sans"/>
                  <a:cs typeface="DM Sans"/>
                  <a:sym typeface="DM Sans"/>
                </a:rPr>
                <a:t> </a:t>
              </a:r>
              <a:r>
                <a:rPr lang="en-US" sz="2400" i="0" u="none" strike="noStrike" cap="none" dirty="0" err="1">
                  <a:solidFill>
                    <a:srgbClr val="334155"/>
                  </a:solidFill>
                  <a:latin typeface="Merriweather" panose="00000500000000000000" pitchFamily="2" charset="0"/>
                  <a:ea typeface="DM Sans"/>
                  <a:cs typeface="DM Sans"/>
                  <a:sym typeface="DM Sans"/>
                </a:rPr>
                <a:t>thực</a:t>
              </a:r>
              <a:r>
                <a:rPr lang="en-US" sz="2400" i="0" u="none" strike="noStrike" cap="none" dirty="0">
                  <a:solidFill>
                    <a:srgbClr val="334155"/>
                  </a:solidFill>
                  <a:latin typeface="Merriweather" panose="00000500000000000000" pitchFamily="2" charset="0"/>
                  <a:ea typeface="DM Sans"/>
                  <a:cs typeface="DM Sans"/>
                  <a:sym typeface="DM Sans"/>
                </a:rPr>
                <a:t> </a:t>
              </a:r>
              <a:r>
                <a:rPr lang="en-US" sz="2400" i="0" u="none" strike="noStrike" cap="none" dirty="0" err="1">
                  <a:solidFill>
                    <a:srgbClr val="334155"/>
                  </a:solidFill>
                  <a:latin typeface="Merriweather" panose="00000500000000000000" pitchFamily="2" charset="0"/>
                  <a:ea typeface="DM Sans"/>
                  <a:cs typeface="DM Sans"/>
                  <a:sym typeface="DM Sans"/>
                </a:rPr>
                <a:t>tiễn</a:t>
              </a:r>
              <a:endParaRPr sz="2400" dirty="0">
                <a:latin typeface="Merriweather" panose="00000500000000000000" pitchFamily="2" charset="0"/>
              </a:endParaRPr>
            </a:p>
          </p:txBody>
        </p:sp>
      </p:grpSp>
      <p:grpSp>
        <p:nvGrpSpPr>
          <p:cNvPr id="13" name="Group 12">
            <a:extLst>
              <a:ext uri="{FF2B5EF4-FFF2-40B4-BE49-F238E27FC236}">
                <a16:creationId xmlns:a16="http://schemas.microsoft.com/office/drawing/2014/main" id="{05EE208B-F632-021D-171F-D1F5DAB0F203}"/>
              </a:ext>
            </a:extLst>
          </p:cNvPr>
          <p:cNvGrpSpPr/>
          <p:nvPr/>
        </p:nvGrpSpPr>
        <p:grpSpPr>
          <a:xfrm>
            <a:off x="6048167" y="1242528"/>
            <a:ext cx="5851633" cy="5535334"/>
            <a:chOff x="5435654" y="3353875"/>
            <a:chExt cx="6272196" cy="4170697"/>
          </a:xfrm>
        </p:grpSpPr>
        <p:pic>
          <p:nvPicPr>
            <p:cNvPr id="119" name="Google Shape;119;p16" descr="image.png"/>
            <p:cNvPicPr preferRelativeResize="0"/>
            <p:nvPr/>
          </p:nvPicPr>
          <p:blipFill rotWithShape="1">
            <a:blip r:embed="rId4">
              <a:alphaModFix/>
            </a:blip>
            <a:srcRect/>
            <a:stretch/>
          </p:blipFill>
          <p:spPr>
            <a:xfrm>
              <a:off x="5435654" y="3353875"/>
              <a:ext cx="6272196" cy="4170697"/>
            </a:xfrm>
            <a:prstGeom prst="rect">
              <a:avLst/>
            </a:prstGeom>
            <a:noFill/>
            <a:ln>
              <a:noFill/>
            </a:ln>
          </p:spPr>
        </p:pic>
        <p:sp>
          <p:nvSpPr>
            <p:cNvPr id="126" name="Google Shape;126;p16"/>
            <p:cNvSpPr txBox="1"/>
            <p:nvPr/>
          </p:nvSpPr>
          <p:spPr>
            <a:xfrm>
              <a:off x="5787301" y="3606475"/>
              <a:ext cx="5803800" cy="786839"/>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600" b="1" i="0" u="none" strike="noStrike" cap="none" dirty="0" err="1">
                  <a:solidFill>
                    <a:srgbClr val="003366"/>
                  </a:solidFill>
                  <a:latin typeface="Merriweather" panose="00000500000000000000" pitchFamily="2" charset="0"/>
                  <a:ea typeface="Merriweather"/>
                  <a:cs typeface="Merriweather"/>
                  <a:sym typeface="Merriweather"/>
                </a:rPr>
                <a:t>Vì</a:t>
              </a:r>
              <a:r>
                <a:rPr lang="en-US" sz="2600" b="1" i="0" u="none" strike="noStrike" cap="none" dirty="0">
                  <a:solidFill>
                    <a:srgbClr val="003366"/>
                  </a:solidFill>
                  <a:latin typeface="Merriweather" panose="00000500000000000000" pitchFamily="2" charset="0"/>
                  <a:ea typeface="Merriweather"/>
                  <a:cs typeface="Merriweather"/>
                  <a:sym typeface="Merriweather"/>
                </a:rPr>
                <a:t> </a:t>
              </a:r>
              <a:r>
                <a:rPr lang="en-US" sz="2600" b="1" i="0" u="none" strike="noStrike" cap="none" dirty="0" err="1">
                  <a:solidFill>
                    <a:srgbClr val="003366"/>
                  </a:solidFill>
                  <a:latin typeface="Merriweather" panose="00000500000000000000" pitchFamily="2" charset="0"/>
                  <a:ea typeface="Merriweather"/>
                  <a:cs typeface="Merriweather"/>
                  <a:sym typeface="Merriweather"/>
                </a:rPr>
                <a:t>sao</a:t>
              </a:r>
              <a:endParaRPr lang="en-US" sz="2600" b="1" i="0" u="none" strike="noStrike" cap="none" dirty="0">
                <a:solidFill>
                  <a:srgbClr val="003366"/>
                </a:solidFill>
                <a:latin typeface="Merriweather" panose="00000500000000000000" pitchFamily="2" charset="0"/>
                <a:ea typeface="Merriweather"/>
                <a:cs typeface="Merriweather"/>
                <a:sym typeface="Merriweather"/>
              </a:endParaRPr>
            </a:p>
            <a:p>
              <a:pPr marL="0" marR="0" lvl="0" indent="0" algn="ctr" rtl="0">
                <a:spcBef>
                  <a:spcPts val="0"/>
                </a:spcBef>
                <a:spcAft>
                  <a:spcPts val="0"/>
                </a:spcAft>
                <a:buNone/>
              </a:pPr>
              <a:endParaRPr sz="2600" dirty="0">
                <a:latin typeface="Merriweather" panose="00000500000000000000" pitchFamily="2" charset="0"/>
              </a:endParaRPr>
            </a:p>
          </p:txBody>
        </p:sp>
        <p:sp>
          <p:nvSpPr>
            <p:cNvPr id="127" name="Google Shape;127;p16"/>
            <p:cNvSpPr txBox="1"/>
            <p:nvPr/>
          </p:nvSpPr>
          <p:spPr>
            <a:xfrm>
              <a:off x="5925439" y="3814175"/>
              <a:ext cx="5344802" cy="3710397"/>
            </a:xfrm>
            <a:prstGeom prst="rect">
              <a:avLst/>
            </a:prstGeom>
            <a:noFill/>
            <a:ln>
              <a:noFill/>
            </a:ln>
          </p:spPr>
          <p:txBody>
            <a:bodyPr spcFirstLastPara="1" wrap="square" lIns="0" tIns="0" rIns="0" bIns="0" anchor="t" anchorCtr="0">
              <a:spAutoFit/>
            </a:bodyPr>
            <a:lstStyle/>
            <a:p>
              <a:pPr marL="0" marR="0" lvl="0" indent="0" algn="just" rtl="0">
                <a:lnSpc>
                  <a:spcPct val="160000"/>
                </a:lnSpc>
                <a:spcBef>
                  <a:spcPts val="0"/>
                </a:spcBef>
                <a:spcAft>
                  <a:spcPts val="0"/>
                </a:spcAft>
                <a:buNone/>
              </a:pPr>
              <a:r>
                <a:rPr lang="en-US" sz="2500" b="0" i="0" u="none" strike="noStrike" cap="none" dirty="0">
                  <a:solidFill>
                    <a:srgbClr val="334155"/>
                  </a:solidFill>
                  <a:latin typeface="Merriweather" panose="00000500000000000000" pitchFamily="2" charset="0"/>
                  <a:ea typeface="DM Sans"/>
                  <a:cs typeface="DM Sans"/>
                  <a:sym typeface="DM Sans"/>
                </a:rPr>
                <a:t>C</a:t>
              </a:r>
              <a:r>
                <a:rPr lang="vi-VN" sz="2500" b="0" i="0" u="none" strike="noStrike" cap="none" dirty="0">
                  <a:solidFill>
                    <a:srgbClr val="334155"/>
                  </a:solidFill>
                  <a:latin typeface="Merriweather" panose="00000500000000000000" pitchFamily="2" charset="0"/>
                  <a:ea typeface="DM Sans"/>
                  <a:cs typeface="DM Sans"/>
                  <a:sym typeface="DM Sans"/>
                </a:rPr>
                <a:t>hủ nghĩa duy tâm và hoài nghi thì sa vào thần bí hoặc phủ nhận hoàn toàn khả năng nhận thức khách quan</a:t>
              </a:r>
              <a:r>
                <a:rPr lang="en-US" sz="2500" b="0" i="0" u="none" strike="noStrike" cap="none" dirty="0">
                  <a:solidFill>
                    <a:srgbClr val="334155"/>
                  </a:solidFill>
                  <a:latin typeface="Merriweather" panose="00000500000000000000" pitchFamily="2" charset="0"/>
                  <a:ea typeface="DM Sans"/>
                  <a:cs typeface="DM Sans"/>
                  <a:sym typeface="DM Sans"/>
                </a:rPr>
                <a:t>.</a:t>
              </a:r>
            </a:p>
            <a:p>
              <a:pPr marL="0" marR="0" lvl="0" indent="0" algn="just" rtl="0">
                <a:lnSpc>
                  <a:spcPct val="160000"/>
                </a:lnSpc>
                <a:spcBef>
                  <a:spcPts val="0"/>
                </a:spcBef>
                <a:spcAft>
                  <a:spcPts val="0"/>
                </a:spcAft>
                <a:buNone/>
              </a:pPr>
              <a:r>
                <a:rPr lang="en-US" sz="2500" dirty="0">
                  <a:solidFill>
                    <a:srgbClr val="334155"/>
                  </a:solidFill>
                  <a:latin typeface="Merriweather" panose="00000500000000000000" pitchFamily="2" charset="0"/>
                  <a:ea typeface="DM Sans"/>
                  <a:cs typeface="DM Sans"/>
                  <a:sym typeface="DM Sans"/>
                </a:rPr>
                <a:t>C</a:t>
              </a:r>
              <a:r>
                <a:rPr lang="vi-VN" sz="2500" b="0" i="0" u="none" strike="noStrike" cap="none" dirty="0">
                  <a:solidFill>
                    <a:srgbClr val="334155"/>
                  </a:solidFill>
                  <a:latin typeface="Merriweather" panose="00000500000000000000" pitchFamily="2" charset="0"/>
                  <a:ea typeface="DM Sans"/>
                  <a:cs typeface="DM Sans"/>
                  <a:sym typeface="DM Sans"/>
                </a:rPr>
                <a:t>hủ nghĩa duy vật cũ dù thừa nhận sự phản ánh nhưng lại nhìn nhận nó một cách thụ động, máy móc (như soi gương)</a:t>
              </a:r>
              <a:endParaRPr sz="2500" dirty="0">
                <a:latin typeface="Merriweather" panose="00000500000000000000" pitchFamily="2" charset="0"/>
              </a:endParaRPr>
            </a:p>
          </p:txBody>
        </p:sp>
      </p:grpSp>
      <p:sp>
        <p:nvSpPr>
          <p:cNvPr id="19" name="TextBox 18">
            <a:extLst>
              <a:ext uri="{FF2B5EF4-FFF2-40B4-BE49-F238E27FC236}">
                <a16:creationId xmlns:a16="http://schemas.microsoft.com/office/drawing/2014/main" id="{43F4C389-02A2-CE7D-3BC9-7F4789A857E3}"/>
              </a:ext>
            </a:extLst>
          </p:cNvPr>
          <p:cNvSpPr txBox="1"/>
          <p:nvPr/>
        </p:nvSpPr>
        <p:spPr>
          <a:xfrm>
            <a:off x="-6896100" y="2439995"/>
            <a:ext cx="6096000" cy="1569660"/>
          </a:xfrm>
          <a:prstGeom prst="rect">
            <a:avLst/>
          </a:prstGeom>
          <a:noFill/>
        </p:spPr>
        <p:txBody>
          <a:bodyPr wrap="square">
            <a:spAutoFit/>
          </a:bodyPr>
          <a:lstStyle/>
          <a:p>
            <a:pPr marL="0" marR="0" lvl="0" indent="0" algn="l" rtl="0">
              <a:spcBef>
                <a:spcPts val="0"/>
              </a:spcBef>
              <a:spcAft>
                <a:spcPts val="0"/>
              </a:spcAft>
              <a:buNone/>
            </a:pPr>
            <a:r>
              <a:rPr lang="vi-VN" sz="2400" b="1" dirty="0">
                <a:solidFill>
                  <a:srgbClr val="003366"/>
                </a:solidFill>
                <a:latin typeface="Merriweather" panose="00000500000000000000" pitchFamily="2" charset="0"/>
                <a:sym typeface="Merriweather"/>
              </a:rPr>
              <a:t>Chính sự hạn chế chung này là bước đệm tất yếu đòi hỏi Triết học Mác - Lênin phải ra đời để đưa "thực tiễn" vào làm cơ sở đo lường nhận thức</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1D086DA8-A442-2B24-B3B9-65A7C378444A}"/>
            </a:ext>
          </a:extLst>
        </p:cNvPr>
        <p:cNvGrpSpPr/>
        <p:nvPr/>
      </p:nvGrpSpPr>
      <p:grpSpPr>
        <a:xfrm>
          <a:off x="0" y="0"/>
          <a:ext cx="0" cy="0"/>
          <a:chOff x="0" y="0"/>
          <a:chExt cx="0" cy="0"/>
        </a:xfrm>
      </p:grpSpPr>
      <p:sp>
        <p:nvSpPr>
          <p:cNvPr id="23" name="Google Shape;134;p17">
            <a:extLst>
              <a:ext uri="{FF2B5EF4-FFF2-40B4-BE49-F238E27FC236}">
                <a16:creationId xmlns:a16="http://schemas.microsoft.com/office/drawing/2014/main" id="{AB2A45CD-6B46-C175-5647-417BF779024D}"/>
              </a:ext>
            </a:extLst>
          </p:cNvPr>
          <p:cNvSpPr txBox="1"/>
          <p:nvPr/>
        </p:nvSpPr>
        <p:spPr>
          <a:xfrm>
            <a:off x="4641214" y="2765424"/>
            <a:ext cx="222886" cy="30778"/>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0" b="1" i="0" u="none" strike="noStrike" cap="none" dirty="0">
                <a:solidFill>
                  <a:srgbClr val="003366"/>
                </a:solidFill>
                <a:latin typeface="Merriweather" panose="00000500000000000000" pitchFamily="2" charset="0"/>
                <a:ea typeface="Merriweather"/>
                <a:cs typeface="Merriweather"/>
                <a:sym typeface="Merriweather"/>
              </a:rPr>
              <a:t>Lý </a:t>
            </a:r>
            <a:r>
              <a:rPr lang="en-US" sz="100" b="1" i="0" u="none" strike="noStrike" cap="none" dirty="0" err="1">
                <a:solidFill>
                  <a:srgbClr val="003366"/>
                </a:solidFill>
                <a:latin typeface="Merriweather" panose="00000500000000000000" pitchFamily="2" charset="0"/>
                <a:ea typeface="Merriweather"/>
                <a:cs typeface="Merriweather"/>
                <a:sym typeface="Merriweather"/>
              </a:rPr>
              <a:t>luận</a:t>
            </a:r>
            <a:r>
              <a:rPr lang="en-US" sz="100" b="1" i="0" u="none" strike="noStrike" cap="none" dirty="0">
                <a:solidFill>
                  <a:srgbClr val="003366"/>
                </a:solidFill>
                <a:latin typeface="Merriweather" panose="00000500000000000000" pitchFamily="2" charset="0"/>
                <a:ea typeface="Merriweather"/>
                <a:cs typeface="Merriweather"/>
                <a:sym typeface="Merriweather"/>
              </a:rPr>
              <a:t> </a:t>
            </a:r>
            <a:r>
              <a:rPr lang="en-US" sz="100" b="1" i="0" u="none" strike="noStrike" cap="none" dirty="0" err="1">
                <a:solidFill>
                  <a:srgbClr val="003366"/>
                </a:solidFill>
                <a:latin typeface="Merriweather" panose="00000500000000000000" pitchFamily="2" charset="0"/>
                <a:ea typeface="Merriweather"/>
                <a:cs typeface="Merriweather"/>
                <a:sym typeface="Merriweather"/>
              </a:rPr>
              <a:t>Nhận</a:t>
            </a:r>
            <a:r>
              <a:rPr lang="en-US" sz="100" b="1" i="0" u="none" strike="noStrike" cap="none" dirty="0">
                <a:solidFill>
                  <a:srgbClr val="003366"/>
                </a:solidFill>
                <a:latin typeface="Merriweather" panose="00000500000000000000" pitchFamily="2" charset="0"/>
                <a:ea typeface="Merriweather"/>
                <a:cs typeface="Merriweather"/>
                <a:sym typeface="Merriweather"/>
              </a:rPr>
              <a:t> </a:t>
            </a:r>
            <a:r>
              <a:rPr lang="en-US" sz="100" b="1" i="0" u="none" strike="noStrike" cap="none" dirty="0" err="1">
                <a:solidFill>
                  <a:srgbClr val="003366"/>
                </a:solidFill>
                <a:latin typeface="Merriweather" panose="00000500000000000000" pitchFamily="2" charset="0"/>
                <a:ea typeface="Merriweather"/>
                <a:cs typeface="Merriweather"/>
                <a:sym typeface="Merriweather"/>
              </a:rPr>
              <a:t>thức</a:t>
            </a:r>
            <a:br>
              <a:rPr lang="en-US" sz="100" b="0" i="0" u="none" strike="noStrike" cap="none" dirty="0">
                <a:solidFill>
                  <a:schemeClr val="dk1"/>
                </a:solidFill>
                <a:latin typeface="Merriweather" panose="00000500000000000000" pitchFamily="2" charset="0"/>
                <a:ea typeface="Calibri"/>
                <a:cs typeface="Calibri"/>
                <a:sym typeface="Calibri"/>
              </a:rPr>
            </a:br>
            <a:r>
              <a:rPr lang="en-US" sz="100" b="1" i="0" u="none" strike="noStrike" cap="none" dirty="0">
                <a:solidFill>
                  <a:srgbClr val="003366"/>
                </a:solidFill>
                <a:latin typeface="Merriweather" panose="00000500000000000000" pitchFamily="2" charset="0"/>
                <a:ea typeface="Merriweather"/>
                <a:cs typeface="Merriweather"/>
                <a:sym typeface="Merriweather"/>
              </a:rPr>
              <a:t> Duy </a:t>
            </a:r>
            <a:r>
              <a:rPr lang="en-US" sz="100" b="1" i="0" u="none" strike="noStrike" cap="none" dirty="0" err="1">
                <a:solidFill>
                  <a:srgbClr val="003366"/>
                </a:solidFill>
                <a:latin typeface="Merriweather" panose="00000500000000000000" pitchFamily="2" charset="0"/>
                <a:ea typeface="Merriweather"/>
                <a:cs typeface="Merriweather"/>
                <a:sym typeface="Merriweather"/>
              </a:rPr>
              <a:t>vật</a:t>
            </a:r>
            <a:r>
              <a:rPr lang="en-US" sz="100" b="1" i="0" u="none" strike="noStrike" cap="none" dirty="0">
                <a:solidFill>
                  <a:srgbClr val="003366"/>
                </a:solidFill>
                <a:latin typeface="Merriweather" panose="00000500000000000000" pitchFamily="2" charset="0"/>
                <a:ea typeface="Merriweather"/>
                <a:cs typeface="Merriweather"/>
                <a:sym typeface="Merriweather"/>
              </a:rPr>
              <a:t> </a:t>
            </a:r>
            <a:r>
              <a:rPr lang="en-US" sz="100" b="1" i="0" u="none" strike="noStrike" cap="none" dirty="0" err="1">
                <a:solidFill>
                  <a:srgbClr val="003366"/>
                </a:solidFill>
                <a:latin typeface="Merriweather" panose="00000500000000000000" pitchFamily="2" charset="0"/>
                <a:ea typeface="Merriweather"/>
                <a:cs typeface="Merriweather"/>
                <a:sym typeface="Merriweather"/>
              </a:rPr>
              <a:t>Biện</a:t>
            </a:r>
            <a:r>
              <a:rPr lang="en-US" sz="100" b="1" i="0" u="none" strike="noStrike" cap="none" dirty="0">
                <a:solidFill>
                  <a:srgbClr val="003366"/>
                </a:solidFill>
                <a:latin typeface="Merriweather" panose="00000500000000000000" pitchFamily="2" charset="0"/>
                <a:ea typeface="Merriweather"/>
                <a:cs typeface="Merriweather"/>
                <a:sym typeface="Merriweather"/>
              </a:rPr>
              <a:t> </a:t>
            </a:r>
            <a:r>
              <a:rPr lang="en-US" sz="100" b="1" i="0" u="none" strike="noStrike" cap="none" dirty="0" err="1">
                <a:solidFill>
                  <a:srgbClr val="003366"/>
                </a:solidFill>
                <a:latin typeface="Merriweather" panose="00000500000000000000" pitchFamily="2" charset="0"/>
                <a:ea typeface="Merriweather"/>
                <a:cs typeface="Merriweather"/>
                <a:sym typeface="Merriweather"/>
              </a:rPr>
              <a:t>chứng</a:t>
            </a:r>
            <a:endParaRPr sz="100" dirty="0">
              <a:latin typeface="Merriweather" panose="00000500000000000000" pitchFamily="2" charset="0"/>
            </a:endParaRPr>
          </a:p>
        </p:txBody>
      </p:sp>
      <p:pic>
        <p:nvPicPr>
          <p:cNvPr id="118" name="Google Shape;118;p16" descr="image.png">
            <a:extLst>
              <a:ext uri="{FF2B5EF4-FFF2-40B4-BE49-F238E27FC236}">
                <a16:creationId xmlns:a16="http://schemas.microsoft.com/office/drawing/2014/main" id="{36358A52-1829-BEF3-CB83-4B28F72631F6}"/>
              </a:ext>
            </a:extLst>
          </p:cNvPr>
          <p:cNvPicPr preferRelativeResize="0"/>
          <p:nvPr/>
        </p:nvPicPr>
        <p:blipFill rotWithShape="1">
          <a:blip r:embed="rId3">
            <a:alphaModFix/>
          </a:blip>
          <a:srcRect/>
          <a:stretch/>
        </p:blipFill>
        <p:spPr>
          <a:xfrm>
            <a:off x="12159" y="0"/>
            <a:ext cx="12192000" cy="6858000"/>
          </a:xfrm>
          <a:prstGeom prst="rect">
            <a:avLst/>
          </a:prstGeom>
          <a:noFill/>
          <a:ln>
            <a:noFill/>
          </a:ln>
        </p:spPr>
      </p:pic>
      <p:sp>
        <p:nvSpPr>
          <p:cNvPr id="120" name="Google Shape;120;p16">
            <a:extLst>
              <a:ext uri="{FF2B5EF4-FFF2-40B4-BE49-F238E27FC236}">
                <a16:creationId xmlns:a16="http://schemas.microsoft.com/office/drawing/2014/main" id="{99E731F0-6515-AA99-CE54-5FBF1654F3CE}"/>
              </a:ext>
            </a:extLst>
          </p:cNvPr>
          <p:cNvSpPr txBox="1"/>
          <p:nvPr/>
        </p:nvSpPr>
        <p:spPr>
          <a:xfrm>
            <a:off x="12159" y="2598003"/>
            <a:ext cx="12192000" cy="166199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vi-VN" sz="3600" b="1" dirty="0">
                <a:solidFill>
                  <a:srgbClr val="003366"/>
                </a:solidFill>
                <a:latin typeface="Merriweather" panose="00000500000000000000" pitchFamily="2" charset="0"/>
                <a:sym typeface="Merriweather"/>
              </a:rPr>
              <a:t>Chính sự hạn chế chung này là bước đệm tất yếu đòi hỏi Triết học Mác - Lênin phải ra đời để đưa "thực tiễn" vào làm cơ sở đo lường nhận thức</a:t>
            </a:r>
          </a:p>
        </p:txBody>
      </p:sp>
      <p:sp>
        <p:nvSpPr>
          <p:cNvPr id="121" name="Google Shape;121;p16">
            <a:extLst>
              <a:ext uri="{FF2B5EF4-FFF2-40B4-BE49-F238E27FC236}">
                <a16:creationId xmlns:a16="http://schemas.microsoft.com/office/drawing/2014/main" id="{40CF6B42-26AC-F1FF-6A44-3769C85F8313}"/>
              </a:ext>
            </a:extLst>
          </p:cNvPr>
          <p:cNvSpPr/>
          <p:nvPr/>
        </p:nvSpPr>
        <p:spPr>
          <a:xfrm>
            <a:off x="300000" y="276350"/>
            <a:ext cx="76200" cy="523800"/>
          </a:xfrm>
          <a:prstGeom prst="rect">
            <a:avLst/>
          </a:prstGeom>
          <a:solidFill>
            <a:srgbClr val="D4AF3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erriweather" panose="00000500000000000000" pitchFamily="2" charset="0"/>
              <a:ea typeface="Calibri"/>
              <a:cs typeface="Calibri"/>
              <a:sym typeface="Calibri"/>
            </a:endParaRPr>
          </a:p>
        </p:txBody>
      </p:sp>
      <p:grpSp>
        <p:nvGrpSpPr>
          <p:cNvPr id="122" name="Google Shape;122;p16">
            <a:extLst>
              <a:ext uri="{FF2B5EF4-FFF2-40B4-BE49-F238E27FC236}">
                <a16:creationId xmlns:a16="http://schemas.microsoft.com/office/drawing/2014/main" id="{713456EA-0496-4EAD-FC69-A0331B092931}"/>
              </a:ext>
            </a:extLst>
          </p:cNvPr>
          <p:cNvGrpSpPr/>
          <p:nvPr/>
        </p:nvGrpSpPr>
        <p:grpSpPr>
          <a:xfrm>
            <a:off x="268494" y="1907341"/>
            <a:ext cx="5803799" cy="1123588"/>
            <a:chOff x="571501" y="1464653"/>
            <a:chExt cx="6332100" cy="1102312"/>
          </a:xfrm>
        </p:grpSpPr>
        <p:sp>
          <p:nvSpPr>
            <p:cNvPr id="124" name="Google Shape;124;p16">
              <a:extLst>
                <a:ext uri="{FF2B5EF4-FFF2-40B4-BE49-F238E27FC236}">
                  <a16:creationId xmlns:a16="http://schemas.microsoft.com/office/drawing/2014/main" id="{6ECD0955-79FE-6F92-CAC3-8FE87EA6FE32}"/>
                </a:ext>
              </a:extLst>
            </p:cNvPr>
            <p:cNvSpPr txBox="1"/>
            <p:nvPr/>
          </p:nvSpPr>
          <p:spPr>
            <a:xfrm>
              <a:off x="571501" y="1464653"/>
              <a:ext cx="6332100" cy="3963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endParaRPr sz="2569" dirty="0">
                <a:latin typeface="Merriweather" panose="00000500000000000000" pitchFamily="2" charset="0"/>
              </a:endParaRPr>
            </a:p>
          </p:txBody>
        </p:sp>
        <p:sp>
          <p:nvSpPr>
            <p:cNvPr id="125" name="Google Shape;125;p16">
              <a:extLst>
                <a:ext uri="{FF2B5EF4-FFF2-40B4-BE49-F238E27FC236}">
                  <a16:creationId xmlns:a16="http://schemas.microsoft.com/office/drawing/2014/main" id="{33D60F6F-D74F-C798-0B33-852334337E6A}"/>
                </a:ext>
              </a:extLst>
            </p:cNvPr>
            <p:cNvSpPr txBox="1"/>
            <p:nvPr/>
          </p:nvSpPr>
          <p:spPr>
            <a:xfrm>
              <a:off x="722394" y="1987223"/>
              <a:ext cx="6030300" cy="579742"/>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endParaRPr sz="2400" dirty="0">
                <a:latin typeface="Merriweather" panose="00000500000000000000" pitchFamily="2" charset="0"/>
              </a:endParaRPr>
            </a:p>
          </p:txBody>
        </p:sp>
      </p:grpSp>
    </p:spTree>
    <p:extLst>
      <p:ext uri="{BB962C8B-B14F-4D97-AF65-F5344CB8AC3E}">
        <p14:creationId xmlns:p14="http://schemas.microsoft.com/office/powerpoint/2010/main" val="40541170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9E5"/>
        </a:solidFill>
        <a:effectLst/>
      </p:bgPr>
    </p:bg>
    <p:spTree>
      <p:nvGrpSpPr>
        <p:cNvPr id="1" name="Shape 131"/>
        <p:cNvGrpSpPr/>
        <p:nvPr/>
      </p:nvGrpSpPr>
      <p:grpSpPr>
        <a:xfrm>
          <a:off x="0" y="0"/>
          <a:ext cx="0" cy="0"/>
          <a:chOff x="0" y="0"/>
          <a:chExt cx="0" cy="0"/>
        </a:xfrm>
      </p:grpSpPr>
      <p:pic>
        <p:nvPicPr>
          <p:cNvPr id="132" name="Google Shape;132;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33" name="Google Shape;133;p17"/>
          <p:cNvSpPr/>
          <p:nvPr/>
        </p:nvSpPr>
        <p:spPr>
          <a:xfrm>
            <a:off x="5381625" y="2543175"/>
            <a:ext cx="1428750" cy="57150"/>
          </a:xfrm>
          <a:prstGeom prst="rect">
            <a:avLst/>
          </a:prstGeom>
          <a:solidFill>
            <a:srgbClr val="D4AF3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4" name="Google Shape;134;p17"/>
          <p:cNvSpPr txBox="1"/>
          <p:nvPr/>
        </p:nvSpPr>
        <p:spPr>
          <a:xfrm>
            <a:off x="3015614" y="2790825"/>
            <a:ext cx="6160770" cy="1524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800" b="1" i="0" u="none" strike="noStrike" cap="none" dirty="0">
                <a:solidFill>
                  <a:srgbClr val="003366"/>
                </a:solidFill>
                <a:latin typeface="Merriweather"/>
                <a:ea typeface="Merriweather"/>
                <a:cs typeface="Merriweather"/>
                <a:sym typeface="Merriweather"/>
              </a:rPr>
              <a:t>Lý </a:t>
            </a:r>
            <a:r>
              <a:rPr lang="en-US" sz="4800" b="1" i="0" u="none" strike="noStrike" cap="none" dirty="0" err="1">
                <a:solidFill>
                  <a:srgbClr val="003366"/>
                </a:solidFill>
                <a:latin typeface="Merriweather"/>
                <a:ea typeface="Merriweather"/>
                <a:cs typeface="Merriweather"/>
                <a:sym typeface="Merriweather"/>
              </a:rPr>
              <a:t>luận</a:t>
            </a:r>
            <a:r>
              <a:rPr lang="en-US" sz="4800" b="1" i="0" u="none" strike="noStrike" cap="none" dirty="0">
                <a:solidFill>
                  <a:srgbClr val="003366"/>
                </a:solidFill>
                <a:latin typeface="Merriweather"/>
                <a:ea typeface="Merriweather"/>
                <a:cs typeface="Merriweather"/>
                <a:sym typeface="Merriweather"/>
              </a:rPr>
              <a:t> </a:t>
            </a:r>
            <a:r>
              <a:rPr lang="en-US" sz="4800" b="1" i="0" u="none" strike="noStrike" cap="none" dirty="0" err="1">
                <a:solidFill>
                  <a:srgbClr val="003366"/>
                </a:solidFill>
                <a:latin typeface="Merriweather"/>
                <a:ea typeface="Merriweather"/>
                <a:cs typeface="Merriweather"/>
                <a:sym typeface="Merriweather"/>
              </a:rPr>
              <a:t>Nhận</a:t>
            </a:r>
            <a:r>
              <a:rPr lang="en-US" sz="4800" b="1" i="0" u="none" strike="noStrike" cap="none" dirty="0">
                <a:solidFill>
                  <a:srgbClr val="003366"/>
                </a:solidFill>
                <a:latin typeface="Merriweather"/>
                <a:ea typeface="Merriweather"/>
                <a:cs typeface="Merriweather"/>
                <a:sym typeface="Merriweather"/>
              </a:rPr>
              <a:t> </a:t>
            </a:r>
            <a:r>
              <a:rPr lang="en-US" sz="4800" b="1" i="0" u="none" strike="noStrike" cap="none" dirty="0" err="1">
                <a:solidFill>
                  <a:srgbClr val="003366"/>
                </a:solidFill>
                <a:latin typeface="Merriweather"/>
                <a:ea typeface="Merriweather"/>
                <a:cs typeface="Merriweather"/>
                <a:sym typeface="Merriweather"/>
              </a:rPr>
              <a:t>thức</a:t>
            </a:r>
            <a:br>
              <a:rPr lang="en-US" sz="1800" b="0" i="0" u="none" strike="noStrike" cap="none" dirty="0">
                <a:solidFill>
                  <a:schemeClr val="dk1"/>
                </a:solidFill>
                <a:latin typeface="Calibri"/>
                <a:ea typeface="Calibri"/>
                <a:cs typeface="Calibri"/>
                <a:sym typeface="Calibri"/>
              </a:rPr>
            </a:br>
            <a:r>
              <a:rPr lang="en-US" sz="4800" b="1" i="0" u="none" strike="noStrike" cap="none" dirty="0">
                <a:solidFill>
                  <a:srgbClr val="003366"/>
                </a:solidFill>
                <a:latin typeface="Merriweather"/>
                <a:ea typeface="Merriweather"/>
                <a:cs typeface="Merriweather"/>
                <a:sym typeface="Merriweather"/>
              </a:rPr>
              <a:t> Duy </a:t>
            </a:r>
            <a:r>
              <a:rPr lang="en-US" sz="4800" b="1" i="0" u="none" strike="noStrike" cap="none" dirty="0" err="1">
                <a:solidFill>
                  <a:srgbClr val="003366"/>
                </a:solidFill>
                <a:latin typeface="Merriweather"/>
                <a:ea typeface="Merriweather"/>
                <a:cs typeface="Merriweather"/>
                <a:sym typeface="Merriweather"/>
              </a:rPr>
              <a:t>vật</a:t>
            </a:r>
            <a:r>
              <a:rPr lang="en-US" sz="4800" b="1" i="0" u="none" strike="noStrike" cap="none" dirty="0">
                <a:solidFill>
                  <a:srgbClr val="003366"/>
                </a:solidFill>
                <a:latin typeface="Merriweather"/>
                <a:ea typeface="Merriweather"/>
                <a:cs typeface="Merriweather"/>
                <a:sym typeface="Merriweather"/>
              </a:rPr>
              <a:t> </a:t>
            </a:r>
            <a:r>
              <a:rPr lang="en-US" sz="4800" b="1" i="0" u="none" strike="noStrike" cap="none" dirty="0" err="1">
                <a:solidFill>
                  <a:srgbClr val="003366"/>
                </a:solidFill>
                <a:latin typeface="Merriweather"/>
                <a:ea typeface="Merriweather"/>
                <a:cs typeface="Merriweather"/>
                <a:sym typeface="Merriweather"/>
              </a:rPr>
              <a:t>Biện</a:t>
            </a:r>
            <a:r>
              <a:rPr lang="en-US" sz="4800" b="1" i="0" u="none" strike="noStrike" cap="none" dirty="0">
                <a:solidFill>
                  <a:srgbClr val="003366"/>
                </a:solidFill>
                <a:latin typeface="Merriweather"/>
                <a:ea typeface="Merriweather"/>
                <a:cs typeface="Merriweather"/>
                <a:sym typeface="Merriweather"/>
              </a:rPr>
              <a:t> </a:t>
            </a:r>
            <a:r>
              <a:rPr lang="en-US" sz="4800" b="1" i="0" u="none" strike="noStrike" cap="none" dirty="0" err="1">
                <a:solidFill>
                  <a:srgbClr val="003366"/>
                </a:solidFill>
                <a:latin typeface="Merriweather"/>
                <a:ea typeface="Merriweather"/>
                <a:cs typeface="Merriweather"/>
                <a:sym typeface="Merriweather"/>
              </a:rPr>
              <a:t>chứng</a:t>
            </a:r>
            <a:endParaRPr dirty="0"/>
          </a:p>
        </p:txBody>
      </p:sp>
      <p:sp>
        <p:nvSpPr>
          <p:cNvPr id="2" name="Google Shape;120;p16">
            <a:extLst>
              <a:ext uri="{FF2B5EF4-FFF2-40B4-BE49-F238E27FC236}">
                <a16:creationId xmlns:a16="http://schemas.microsoft.com/office/drawing/2014/main" id="{DC8F4B5B-4AA4-CFBD-1F4E-1B2F23A7FFBB}"/>
              </a:ext>
            </a:extLst>
          </p:cNvPr>
          <p:cNvSpPr txBox="1"/>
          <p:nvPr/>
        </p:nvSpPr>
        <p:spPr>
          <a:xfrm>
            <a:off x="-12977850" y="571500"/>
            <a:ext cx="11401500" cy="5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003366"/>
                </a:solidFill>
                <a:latin typeface="Merriweather"/>
                <a:ea typeface="Merriweather"/>
                <a:cs typeface="Merriweather"/>
                <a:sym typeface="Merriweather"/>
              </a:rPr>
              <a:t>Thuyết Không thể biết &amp; Duy vật cũ</a:t>
            </a:r>
            <a:endParaRPr/>
          </a:p>
        </p:txBody>
      </p:sp>
      <p:grpSp>
        <p:nvGrpSpPr>
          <p:cNvPr id="3" name="Google Shape;122;p16">
            <a:extLst>
              <a:ext uri="{FF2B5EF4-FFF2-40B4-BE49-F238E27FC236}">
                <a16:creationId xmlns:a16="http://schemas.microsoft.com/office/drawing/2014/main" id="{CD59AAD9-8CC7-4D2C-23C6-06A8A4508BEA}"/>
              </a:ext>
            </a:extLst>
          </p:cNvPr>
          <p:cNvGrpSpPr/>
          <p:nvPr/>
        </p:nvGrpSpPr>
        <p:grpSpPr>
          <a:xfrm>
            <a:off x="310285" y="8264531"/>
            <a:ext cx="5693825" cy="3619300"/>
            <a:chOff x="571500" y="1147850"/>
            <a:chExt cx="6332101" cy="3619300"/>
          </a:xfrm>
        </p:grpSpPr>
        <p:pic>
          <p:nvPicPr>
            <p:cNvPr id="4" name="Google Shape;123;p16" descr="image.png">
              <a:extLst>
                <a:ext uri="{FF2B5EF4-FFF2-40B4-BE49-F238E27FC236}">
                  <a16:creationId xmlns:a16="http://schemas.microsoft.com/office/drawing/2014/main" id="{A57032AA-540F-D43E-7593-1DD2ED7F1FC4}"/>
                </a:ext>
              </a:extLst>
            </p:cNvPr>
            <p:cNvPicPr preferRelativeResize="0"/>
            <p:nvPr/>
          </p:nvPicPr>
          <p:blipFill rotWithShape="1">
            <a:blip r:embed="rId4">
              <a:alphaModFix/>
            </a:blip>
            <a:srcRect/>
            <a:stretch/>
          </p:blipFill>
          <p:spPr>
            <a:xfrm>
              <a:off x="571500" y="1147850"/>
              <a:ext cx="6181075" cy="3619300"/>
            </a:xfrm>
            <a:prstGeom prst="rect">
              <a:avLst/>
            </a:prstGeom>
            <a:noFill/>
            <a:ln>
              <a:noFill/>
            </a:ln>
          </p:spPr>
        </p:pic>
        <p:sp>
          <p:nvSpPr>
            <p:cNvPr id="5" name="Google Shape;124;p16">
              <a:extLst>
                <a:ext uri="{FF2B5EF4-FFF2-40B4-BE49-F238E27FC236}">
                  <a16:creationId xmlns:a16="http://schemas.microsoft.com/office/drawing/2014/main" id="{64A2F3DE-83AC-2320-C05A-A0DD798AF023}"/>
                </a:ext>
              </a:extLst>
            </p:cNvPr>
            <p:cNvSpPr txBox="1"/>
            <p:nvPr/>
          </p:nvSpPr>
          <p:spPr>
            <a:xfrm>
              <a:off x="571501" y="1464653"/>
              <a:ext cx="6332100" cy="3963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574" b="1" i="0" u="none" strike="noStrike" cap="none">
                  <a:solidFill>
                    <a:srgbClr val="003366"/>
                  </a:solidFill>
                  <a:latin typeface="Merriweather"/>
                  <a:ea typeface="Merriweather"/>
                  <a:cs typeface="Merriweather"/>
                  <a:sym typeface="Merriweather"/>
                </a:rPr>
                <a:t>Hoài nghi &amp; Bất khả tri</a:t>
              </a:r>
              <a:endParaRPr sz="2569"/>
            </a:p>
          </p:txBody>
        </p:sp>
        <p:sp>
          <p:nvSpPr>
            <p:cNvPr id="6" name="Google Shape;125;p16">
              <a:extLst>
                <a:ext uri="{FF2B5EF4-FFF2-40B4-BE49-F238E27FC236}">
                  <a16:creationId xmlns:a16="http://schemas.microsoft.com/office/drawing/2014/main" id="{9D153370-0EE8-176E-1193-27F0C3EB3C7C}"/>
                </a:ext>
              </a:extLst>
            </p:cNvPr>
            <p:cNvSpPr txBox="1"/>
            <p:nvPr/>
          </p:nvSpPr>
          <p:spPr>
            <a:xfrm>
              <a:off x="722394" y="1987223"/>
              <a:ext cx="6030300" cy="24168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2707" b="1" i="0" u="none" strike="noStrike" cap="none">
                  <a:solidFill>
                    <a:srgbClr val="334155"/>
                  </a:solidFill>
                  <a:latin typeface="DM Sans"/>
                  <a:ea typeface="DM Sans"/>
                  <a:cs typeface="DM Sans"/>
                  <a:sym typeface="DM Sans"/>
                </a:rPr>
                <a:t>Hium &amp; Cantơ:</a:t>
              </a:r>
              <a:r>
                <a:rPr lang="en-US" sz="2707" b="0" i="0" u="none" strike="noStrike" cap="none">
                  <a:solidFill>
                    <a:srgbClr val="334155"/>
                  </a:solidFill>
                  <a:latin typeface="DM Sans"/>
                  <a:ea typeface="DM Sans"/>
                  <a:cs typeface="DM Sans"/>
                  <a:sym typeface="DM Sans"/>
                </a:rPr>
                <a:t> Nghi ngờ khả năng nhận thức. Cantơ cho rằng chỉ biết hiện tượng bề ngoài, không thể biết "vật tự nó".</a:t>
              </a:r>
              <a:endParaRPr sz="2569"/>
            </a:p>
          </p:txBody>
        </p:sp>
      </p:grpSp>
      <p:grpSp>
        <p:nvGrpSpPr>
          <p:cNvPr id="7" name="Group 6">
            <a:extLst>
              <a:ext uri="{FF2B5EF4-FFF2-40B4-BE49-F238E27FC236}">
                <a16:creationId xmlns:a16="http://schemas.microsoft.com/office/drawing/2014/main" id="{62B1E66C-3C7D-FCFC-E01D-5D286276252E}"/>
              </a:ext>
            </a:extLst>
          </p:cNvPr>
          <p:cNvGrpSpPr/>
          <p:nvPr/>
        </p:nvGrpSpPr>
        <p:grpSpPr>
          <a:xfrm>
            <a:off x="14467887" y="3275167"/>
            <a:ext cx="6220925" cy="3395850"/>
            <a:chOff x="5486925" y="3353875"/>
            <a:chExt cx="6220925" cy="3395850"/>
          </a:xfrm>
        </p:grpSpPr>
        <p:pic>
          <p:nvPicPr>
            <p:cNvPr id="8" name="Google Shape;119;p16" descr="image.png">
              <a:extLst>
                <a:ext uri="{FF2B5EF4-FFF2-40B4-BE49-F238E27FC236}">
                  <a16:creationId xmlns:a16="http://schemas.microsoft.com/office/drawing/2014/main" id="{2D9340AF-0D4C-8E31-9BAB-DF54C4D8F27A}"/>
                </a:ext>
              </a:extLst>
            </p:cNvPr>
            <p:cNvPicPr preferRelativeResize="0"/>
            <p:nvPr/>
          </p:nvPicPr>
          <p:blipFill rotWithShape="1">
            <a:blip r:embed="rId4">
              <a:alphaModFix/>
            </a:blip>
            <a:srcRect/>
            <a:stretch/>
          </p:blipFill>
          <p:spPr>
            <a:xfrm>
              <a:off x="5486925" y="3353875"/>
              <a:ext cx="6220925" cy="3395850"/>
            </a:xfrm>
            <a:prstGeom prst="rect">
              <a:avLst/>
            </a:prstGeom>
            <a:noFill/>
            <a:ln>
              <a:noFill/>
            </a:ln>
          </p:spPr>
        </p:pic>
        <p:sp>
          <p:nvSpPr>
            <p:cNvPr id="9" name="Google Shape;126;p16">
              <a:extLst>
                <a:ext uri="{FF2B5EF4-FFF2-40B4-BE49-F238E27FC236}">
                  <a16:creationId xmlns:a16="http://schemas.microsoft.com/office/drawing/2014/main" id="{918B005E-0CBA-4382-9487-A8585FCF17E8}"/>
                </a:ext>
              </a:extLst>
            </p:cNvPr>
            <p:cNvSpPr txBox="1"/>
            <p:nvPr/>
          </p:nvSpPr>
          <p:spPr>
            <a:xfrm>
              <a:off x="5787301" y="3606475"/>
              <a:ext cx="5803800" cy="400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600" b="1" i="0" u="none" strike="noStrike" cap="none">
                  <a:solidFill>
                    <a:srgbClr val="003366"/>
                  </a:solidFill>
                  <a:latin typeface="Merriweather"/>
                  <a:ea typeface="Merriweather"/>
                  <a:cs typeface="Merriweather"/>
                  <a:sym typeface="Merriweather"/>
                </a:rPr>
                <a:t>Duy vật trước Mác</a:t>
              </a:r>
              <a:endParaRPr sz="2600"/>
            </a:p>
          </p:txBody>
        </p:sp>
        <p:sp>
          <p:nvSpPr>
            <p:cNvPr id="10" name="Google Shape;127;p16">
              <a:extLst>
                <a:ext uri="{FF2B5EF4-FFF2-40B4-BE49-F238E27FC236}">
                  <a16:creationId xmlns:a16="http://schemas.microsoft.com/office/drawing/2014/main" id="{24D4B3D4-1020-00F7-86E1-7AC8DD15009D}"/>
                </a:ext>
              </a:extLst>
            </p:cNvPr>
            <p:cNvSpPr txBox="1"/>
            <p:nvPr/>
          </p:nvSpPr>
          <p:spPr>
            <a:xfrm>
              <a:off x="5925439" y="4245325"/>
              <a:ext cx="5527500" cy="22320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2500" b="0" i="0" u="none" strike="noStrike" cap="none">
                  <a:solidFill>
                    <a:srgbClr val="334155"/>
                  </a:solidFill>
                  <a:latin typeface="DM Sans"/>
                  <a:ea typeface="DM Sans"/>
                  <a:cs typeface="DM Sans"/>
                  <a:sym typeface="DM Sans"/>
                </a:rPr>
                <a:t>Thừa nhận khả năng nhận thức nhưng coi đó là sự phản ánh </a:t>
              </a:r>
              <a:r>
                <a:rPr lang="en-US" sz="2500" b="1" i="0" u="none" strike="noStrike" cap="none">
                  <a:solidFill>
                    <a:srgbClr val="334155"/>
                  </a:solidFill>
                  <a:latin typeface="DM Sans"/>
                  <a:ea typeface="DM Sans"/>
                  <a:cs typeface="DM Sans"/>
                  <a:sym typeface="DM Sans"/>
                </a:rPr>
                <a:t>thụ động, sao chép đơn giản</a:t>
              </a:r>
              <a:r>
                <a:rPr lang="en-US" sz="2500" b="0" i="0" u="none" strike="noStrike" cap="none">
                  <a:solidFill>
                    <a:srgbClr val="334155"/>
                  </a:solidFill>
                  <a:latin typeface="DM Sans"/>
                  <a:ea typeface="DM Sans"/>
                  <a:cs typeface="DM Sans"/>
                  <a:sym typeface="DM Sans"/>
                </a:rPr>
                <a:t>, thiếu vai trò thực tiễn.</a:t>
              </a:r>
              <a:endParaRPr sz="2500"/>
            </a:p>
          </p:txBody>
        </p:sp>
      </p:grpSp>
      <p:pic>
        <p:nvPicPr>
          <p:cNvPr id="11" name="Google Shape;151;p18">
            <a:extLst>
              <a:ext uri="{FF2B5EF4-FFF2-40B4-BE49-F238E27FC236}">
                <a16:creationId xmlns:a16="http://schemas.microsoft.com/office/drawing/2014/main" id="{A138060A-A3F5-F4F3-79F0-BB66436800E1}"/>
              </a:ext>
            </a:extLst>
          </p:cNvPr>
          <p:cNvPicPr preferRelativeResize="0"/>
          <p:nvPr/>
        </p:nvPicPr>
        <p:blipFill>
          <a:blip r:embed="rId5">
            <a:alphaModFix/>
          </a:blip>
          <a:stretch>
            <a:fillRect/>
          </a:stretch>
        </p:blipFill>
        <p:spPr>
          <a:xfrm rot="10800000">
            <a:off x="12492376" y="1948867"/>
            <a:ext cx="5647650" cy="3333750"/>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9E5"/>
        </a:solidFill>
        <a:effectLst/>
      </p:bgPr>
    </p:bg>
    <p:spTree>
      <p:nvGrpSpPr>
        <p:cNvPr id="1" name="Shape 138"/>
        <p:cNvGrpSpPr/>
        <p:nvPr/>
      </p:nvGrpSpPr>
      <p:grpSpPr>
        <a:xfrm>
          <a:off x="0" y="0"/>
          <a:ext cx="0" cy="0"/>
          <a:chOff x="0" y="0"/>
          <a:chExt cx="0" cy="0"/>
        </a:xfrm>
      </p:grpSpPr>
      <p:sp>
        <p:nvSpPr>
          <p:cNvPr id="2" name="Google Shape;134;p17">
            <a:extLst>
              <a:ext uri="{FF2B5EF4-FFF2-40B4-BE49-F238E27FC236}">
                <a16:creationId xmlns:a16="http://schemas.microsoft.com/office/drawing/2014/main" id="{B02F0CE7-859C-A1EA-8E2B-FE91F90BD3E5}"/>
              </a:ext>
            </a:extLst>
          </p:cNvPr>
          <p:cNvSpPr txBox="1"/>
          <p:nvPr/>
        </p:nvSpPr>
        <p:spPr>
          <a:xfrm>
            <a:off x="4472500" y="3059774"/>
            <a:ext cx="7169786" cy="30778"/>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0" b="1" i="0" u="none" strike="noStrike" cap="none" dirty="0">
                <a:solidFill>
                  <a:srgbClr val="003366"/>
                </a:solidFill>
                <a:latin typeface="Merriweather" panose="00000500000000000000" pitchFamily="2" charset="0"/>
                <a:ea typeface="Merriweather"/>
                <a:cs typeface="Merriweather"/>
                <a:sym typeface="Merriweather"/>
              </a:rPr>
              <a:t>Lý </a:t>
            </a:r>
            <a:r>
              <a:rPr lang="en-US" sz="100" b="1" i="0" u="none" strike="noStrike" cap="none" dirty="0" err="1">
                <a:solidFill>
                  <a:srgbClr val="003366"/>
                </a:solidFill>
                <a:latin typeface="Merriweather" panose="00000500000000000000" pitchFamily="2" charset="0"/>
                <a:ea typeface="Merriweather"/>
                <a:cs typeface="Merriweather"/>
                <a:sym typeface="Merriweather"/>
              </a:rPr>
              <a:t>luận</a:t>
            </a:r>
            <a:r>
              <a:rPr lang="en-US" sz="100" b="1" i="0" u="none" strike="noStrike" cap="none" dirty="0">
                <a:solidFill>
                  <a:srgbClr val="003366"/>
                </a:solidFill>
                <a:latin typeface="Merriweather" panose="00000500000000000000" pitchFamily="2" charset="0"/>
                <a:ea typeface="Merriweather"/>
                <a:cs typeface="Merriweather"/>
                <a:sym typeface="Merriweather"/>
              </a:rPr>
              <a:t> </a:t>
            </a:r>
            <a:r>
              <a:rPr lang="en-US" sz="100" b="1" i="0" u="none" strike="noStrike" cap="none" dirty="0" err="1">
                <a:solidFill>
                  <a:srgbClr val="003366"/>
                </a:solidFill>
                <a:latin typeface="Merriweather" panose="00000500000000000000" pitchFamily="2" charset="0"/>
                <a:ea typeface="Merriweather"/>
                <a:cs typeface="Merriweather"/>
                <a:sym typeface="Merriweather"/>
              </a:rPr>
              <a:t>Nhận</a:t>
            </a:r>
            <a:r>
              <a:rPr lang="en-US" sz="100" b="1" i="0" u="none" strike="noStrike" cap="none" dirty="0">
                <a:solidFill>
                  <a:srgbClr val="003366"/>
                </a:solidFill>
                <a:latin typeface="Merriweather" panose="00000500000000000000" pitchFamily="2" charset="0"/>
                <a:ea typeface="Merriweather"/>
                <a:cs typeface="Merriweather"/>
                <a:sym typeface="Merriweather"/>
              </a:rPr>
              <a:t> </a:t>
            </a:r>
            <a:r>
              <a:rPr lang="en-US" sz="100" b="1" i="0" u="none" strike="noStrike" cap="none" dirty="0" err="1">
                <a:solidFill>
                  <a:srgbClr val="003366"/>
                </a:solidFill>
                <a:latin typeface="Merriweather" panose="00000500000000000000" pitchFamily="2" charset="0"/>
                <a:ea typeface="Merriweather"/>
                <a:cs typeface="Merriweather"/>
                <a:sym typeface="Merriweather"/>
              </a:rPr>
              <a:t>thức</a:t>
            </a:r>
            <a:br>
              <a:rPr lang="en-US" sz="100" b="0" i="0" u="none" strike="noStrike" cap="none" dirty="0">
                <a:solidFill>
                  <a:schemeClr val="dk1"/>
                </a:solidFill>
                <a:latin typeface="Merriweather" panose="00000500000000000000" pitchFamily="2" charset="0"/>
                <a:ea typeface="Calibri"/>
                <a:cs typeface="Calibri"/>
                <a:sym typeface="Calibri"/>
              </a:rPr>
            </a:br>
            <a:r>
              <a:rPr lang="en-US" sz="100" b="1" i="0" u="none" strike="noStrike" cap="none" dirty="0">
                <a:solidFill>
                  <a:srgbClr val="003366"/>
                </a:solidFill>
                <a:latin typeface="Merriweather" panose="00000500000000000000" pitchFamily="2" charset="0"/>
                <a:ea typeface="Merriweather"/>
                <a:cs typeface="Merriweather"/>
                <a:sym typeface="Merriweather"/>
              </a:rPr>
              <a:t> Duy </a:t>
            </a:r>
            <a:r>
              <a:rPr lang="en-US" sz="100" b="1" i="0" u="none" strike="noStrike" cap="none" dirty="0" err="1">
                <a:solidFill>
                  <a:srgbClr val="003366"/>
                </a:solidFill>
                <a:latin typeface="Merriweather" panose="00000500000000000000" pitchFamily="2" charset="0"/>
                <a:ea typeface="Merriweather"/>
                <a:cs typeface="Merriweather"/>
                <a:sym typeface="Merriweather"/>
              </a:rPr>
              <a:t>vật</a:t>
            </a:r>
            <a:r>
              <a:rPr lang="en-US" sz="100" b="1" i="0" u="none" strike="noStrike" cap="none" dirty="0">
                <a:solidFill>
                  <a:srgbClr val="003366"/>
                </a:solidFill>
                <a:latin typeface="Merriweather" panose="00000500000000000000" pitchFamily="2" charset="0"/>
                <a:ea typeface="Merriweather"/>
                <a:cs typeface="Merriweather"/>
                <a:sym typeface="Merriweather"/>
              </a:rPr>
              <a:t> </a:t>
            </a:r>
            <a:r>
              <a:rPr lang="en-US" sz="100" b="1" i="0" u="none" strike="noStrike" cap="none" dirty="0" err="1">
                <a:solidFill>
                  <a:srgbClr val="003366"/>
                </a:solidFill>
                <a:latin typeface="Merriweather" panose="00000500000000000000" pitchFamily="2" charset="0"/>
                <a:ea typeface="Merriweather"/>
                <a:cs typeface="Merriweather"/>
                <a:sym typeface="Merriweather"/>
              </a:rPr>
              <a:t>Biện</a:t>
            </a:r>
            <a:r>
              <a:rPr lang="en-US" sz="100" b="1" i="0" u="none" strike="noStrike" cap="none" dirty="0">
                <a:solidFill>
                  <a:srgbClr val="003366"/>
                </a:solidFill>
                <a:latin typeface="Merriweather" panose="00000500000000000000" pitchFamily="2" charset="0"/>
                <a:ea typeface="Merriweather"/>
                <a:cs typeface="Merriweather"/>
                <a:sym typeface="Merriweather"/>
              </a:rPr>
              <a:t> </a:t>
            </a:r>
            <a:r>
              <a:rPr lang="en-US" sz="100" b="1" i="0" u="none" strike="noStrike" cap="none" dirty="0" err="1">
                <a:solidFill>
                  <a:srgbClr val="003366"/>
                </a:solidFill>
                <a:latin typeface="Merriweather" panose="00000500000000000000" pitchFamily="2" charset="0"/>
                <a:ea typeface="Merriweather"/>
                <a:cs typeface="Merriweather"/>
                <a:sym typeface="Merriweather"/>
              </a:rPr>
              <a:t>chứng</a:t>
            </a:r>
            <a:endParaRPr sz="100" dirty="0">
              <a:latin typeface="Merriweather" panose="00000500000000000000" pitchFamily="2" charset="0"/>
            </a:endParaRPr>
          </a:p>
        </p:txBody>
      </p:sp>
      <p:pic>
        <p:nvPicPr>
          <p:cNvPr id="139" name="Google Shape;139;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40" name="Google Shape;140;p18"/>
          <p:cNvSpPr txBox="1"/>
          <p:nvPr/>
        </p:nvSpPr>
        <p:spPr>
          <a:xfrm>
            <a:off x="762000" y="571500"/>
            <a:ext cx="1140150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003366"/>
                </a:solidFill>
                <a:latin typeface="Merriweather" panose="00000500000000000000" pitchFamily="2" charset="0"/>
                <a:ea typeface="Merriweather"/>
                <a:cs typeface="Merriweather"/>
                <a:sym typeface="Merriweather"/>
              </a:rPr>
              <a:t>Con đường biện chứng của Nhận thức</a:t>
            </a:r>
            <a:endParaRPr>
              <a:latin typeface="Merriweather" panose="00000500000000000000" pitchFamily="2" charset="0"/>
            </a:endParaRPr>
          </a:p>
        </p:txBody>
      </p:sp>
      <p:sp>
        <p:nvSpPr>
          <p:cNvPr id="141" name="Google Shape;141;p18"/>
          <p:cNvSpPr/>
          <p:nvPr/>
        </p:nvSpPr>
        <p:spPr>
          <a:xfrm>
            <a:off x="605388" y="620551"/>
            <a:ext cx="76200" cy="473400"/>
          </a:xfrm>
          <a:prstGeom prst="rect">
            <a:avLst/>
          </a:prstGeom>
          <a:solidFill>
            <a:srgbClr val="D4AF3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erriweather" panose="00000500000000000000" pitchFamily="2" charset="0"/>
              <a:ea typeface="Calibri"/>
              <a:cs typeface="Calibri"/>
              <a:sym typeface="Calibri"/>
            </a:endParaRPr>
          </a:p>
        </p:txBody>
      </p:sp>
      <p:grpSp>
        <p:nvGrpSpPr>
          <p:cNvPr id="142" name="Google Shape;142;p18"/>
          <p:cNvGrpSpPr/>
          <p:nvPr/>
        </p:nvGrpSpPr>
        <p:grpSpPr>
          <a:xfrm>
            <a:off x="289775" y="1437749"/>
            <a:ext cx="7115705" cy="1233928"/>
            <a:chOff x="356850" y="1451174"/>
            <a:chExt cx="7115705" cy="1233928"/>
          </a:xfrm>
        </p:grpSpPr>
        <p:sp>
          <p:nvSpPr>
            <p:cNvPr id="143" name="Google Shape;143;p18"/>
            <p:cNvSpPr txBox="1"/>
            <p:nvPr/>
          </p:nvSpPr>
          <p:spPr>
            <a:xfrm>
              <a:off x="928655" y="1451174"/>
              <a:ext cx="6543900" cy="1233928"/>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506" b="0" i="0" u="none" strike="noStrike" cap="none" dirty="0" err="1">
                  <a:solidFill>
                    <a:srgbClr val="334155"/>
                  </a:solidFill>
                  <a:latin typeface="Merriweather" panose="00000500000000000000" pitchFamily="2" charset="0"/>
                  <a:ea typeface="DM Sans"/>
                  <a:cs typeface="DM Sans"/>
                  <a:sym typeface="DM Sans"/>
                </a:rPr>
                <a:t>Nhận</a:t>
              </a:r>
              <a:r>
                <a:rPr lang="en-US" sz="2506" b="0" i="0" u="none" strike="noStrike" cap="none" dirty="0">
                  <a:solidFill>
                    <a:srgbClr val="334155"/>
                  </a:solidFill>
                  <a:latin typeface="Merriweather" panose="00000500000000000000" pitchFamily="2" charset="0"/>
                  <a:ea typeface="DM Sans"/>
                  <a:cs typeface="DM Sans"/>
                  <a:sym typeface="DM Sans"/>
                </a:rPr>
                <a:t> </a:t>
              </a:r>
              <a:r>
                <a:rPr lang="en-US" sz="2506" b="0" i="0" u="none" strike="noStrike" cap="none" dirty="0" err="1">
                  <a:solidFill>
                    <a:srgbClr val="334155"/>
                  </a:solidFill>
                  <a:latin typeface="Merriweather" panose="00000500000000000000" pitchFamily="2" charset="0"/>
                  <a:ea typeface="DM Sans"/>
                  <a:cs typeface="DM Sans"/>
                  <a:sym typeface="DM Sans"/>
                </a:rPr>
                <a:t>thức</a:t>
              </a:r>
              <a:r>
                <a:rPr lang="en-US" sz="2506" b="0" i="0" u="none" strike="noStrike" cap="none" dirty="0">
                  <a:solidFill>
                    <a:srgbClr val="334155"/>
                  </a:solidFill>
                  <a:latin typeface="Merriweather" panose="00000500000000000000" pitchFamily="2" charset="0"/>
                  <a:ea typeface="DM Sans"/>
                  <a:cs typeface="DM Sans"/>
                  <a:sym typeface="DM Sans"/>
                </a:rPr>
                <a:t> </a:t>
              </a:r>
              <a:r>
                <a:rPr lang="en-US" sz="2506" b="0" i="0" u="none" strike="noStrike" cap="none" dirty="0" err="1">
                  <a:solidFill>
                    <a:srgbClr val="334155"/>
                  </a:solidFill>
                  <a:latin typeface="Merriweather" panose="00000500000000000000" pitchFamily="2" charset="0"/>
                  <a:ea typeface="DM Sans"/>
                  <a:cs typeface="DM Sans"/>
                  <a:sym typeface="DM Sans"/>
                </a:rPr>
                <a:t>là</a:t>
              </a:r>
              <a:r>
                <a:rPr lang="en-US" sz="2506" b="0" i="0" u="none" strike="noStrike" cap="none" dirty="0">
                  <a:solidFill>
                    <a:srgbClr val="334155"/>
                  </a:solidFill>
                  <a:latin typeface="Merriweather" panose="00000500000000000000" pitchFamily="2" charset="0"/>
                  <a:ea typeface="DM Sans"/>
                  <a:cs typeface="DM Sans"/>
                  <a:sym typeface="DM Sans"/>
                </a:rPr>
                <a:t> </a:t>
              </a:r>
              <a:r>
                <a:rPr lang="en-US" sz="2506" b="0" i="0" u="none" strike="noStrike" cap="none" dirty="0" err="1">
                  <a:solidFill>
                    <a:srgbClr val="334155"/>
                  </a:solidFill>
                  <a:latin typeface="Merriweather" panose="00000500000000000000" pitchFamily="2" charset="0"/>
                  <a:ea typeface="DM Sans"/>
                  <a:cs typeface="DM Sans"/>
                  <a:sym typeface="DM Sans"/>
                </a:rPr>
                <a:t>sự</a:t>
              </a:r>
              <a:r>
                <a:rPr lang="en-US" sz="2506" b="0" i="0" u="none" strike="noStrike" cap="none" dirty="0">
                  <a:solidFill>
                    <a:srgbClr val="334155"/>
                  </a:solidFill>
                  <a:latin typeface="Merriweather" panose="00000500000000000000" pitchFamily="2" charset="0"/>
                  <a:ea typeface="DM Sans"/>
                  <a:cs typeface="DM Sans"/>
                  <a:sym typeface="DM Sans"/>
                </a:rPr>
                <a:t> </a:t>
              </a:r>
              <a:r>
                <a:rPr lang="en-US" sz="2506" b="0" i="0" u="none" strike="noStrike" cap="none" dirty="0" err="1">
                  <a:solidFill>
                    <a:srgbClr val="334155"/>
                  </a:solidFill>
                  <a:latin typeface="Merriweather" panose="00000500000000000000" pitchFamily="2" charset="0"/>
                  <a:ea typeface="DM Sans"/>
                  <a:cs typeface="DM Sans"/>
                  <a:sym typeface="DM Sans"/>
                </a:rPr>
                <a:t>phản</a:t>
              </a:r>
              <a:r>
                <a:rPr lang="en-US" sz="2506" b="0" i="0" u="none" strike="noStrike" cap="none" dirty="0">
                  <a:solidFill>
                    <a:srgbClr val="334155"/>
                  </a:solidFill>
                  <a:latin typeface="Merriweather" panose="00000500000000000000" pitchFamily="2" charset="0"/>
                  <a:ea typeface="DM Sans"/>
                  <a:cs typeface="DM Sans"/>
                  <a:sym typeface="DM Sans"/>
                </a:rPr>
                <a:t> </a:t>
              </a:r>
              <a:r>
                <a:rPr lang="en-US" sz="2506" b="0" i="0" u="none" strike="noStrike" cap="none" dirty="0" err="1">
                  <a:solidFill>
                    <a:srgbClr val="334155"/>
                  </a:solidFill>
                  <a:latin typeface="Merriweather" panose="00000500000000000000" pitchFamily="2" charset="0"/>
                  <a:ea typeface="DM Sans"/>
                  <a:cs typeface="DM Sans"/>
                  <a:sym typeface="DM Sans"/>
                </a:rPr>
                <a:t>ánh</a:t>
              </a:r>
              <a:r>
                <a:rPr lang="en-US" sz="2506" b="0" i="0" u="none" strike="noStrike" cap="none" dirty="0">
                  <a:solidFill>
                    <a:srgbClr val="334155"/>
                  </a:solidFill>
                  <a:latin typeface="Merriweather" panose="00000500000000000000" pitchFamily="2" charset="0"/>
                  <a:ea typeface="DM Sans"/>
                  <a:cs typeface="DM Sans"/>
                  <a:sym typeface="DM Sans"/>
                </a:rPr>
                <a:t> </a:t>
              </a:r>
              <a:r>
                <a:rPr lang="en-US" sz="2506" b="1" i="0" u="none" strike="noStrike" cap="none" dirty="0" err="1">
                  <a:solidFill>
                    <a:srgbClr val="334155"/>
                  </a:solidFill>
                  <a:latin typeface="Merriweather" panose="00000500000000000000" pitchFamily="2" charset="0"/>
                  <a:ea typeface="DM Sans"/>
                  <a:cs typeface="DM Sans"/>
                  <a:sym typeface="DM Sans"/>
                </a:rPr>
                <a:t>tích</a:t>
              </a:r>
              <a:r>
                <a:rPr lang="en-US" sz="2506" b="1" i="0" u="none" strike="noStrike" cap="none" dirty="0">
                  <a:solidFill>
                    <a:srgbClr val="334155"/>
                  </a:solidFill>
                  <a:latin typeface="Merriweather" panose="00000500000000000000" pitchFamily="2" charset="0"/>
                  <a:ea typeface="DM Sans"/>
                  <a:cs typeface="DM Sans"/>
                  <a:sym typeface="DM Sans"/>
                </a:rPr>
                <a:t> </a:t>
              </a:r>
              <a:r>
                <a:rPr lang="en-US" sz="2506" b="1" i="0" u="none" strike="noStrike" cap="none" dirty="0" err="1">
                  <a:solidFill>
                    <a:srgbClr val="334155"/>
                  </a:solidFill>
                  <a:latin typeface="Merriweather" panose="00000500000000000000" pitchFamily="2" charset="0"/>
                  <a:ea typeface="DM Sans"/>
                  <a:cs typeface="DM Sans"/>
                  <a:sym typeface="DM Sans"/>
                </a:rPr>
                <a:t>cực</a:t>
              </a:r>
              <a:r>
                <a:rPr lang="en-US" sz="2506" b="1" i="0" u="none" strike="noStrike" cap="none" dirty="0">
                  <a:solidFill>
                    <a:srgbClr val="334155"/>
                  </a:solidFill>
                  <a:latin typeface="Merriweather" panose="00000500000000000000" pitchFamily="2" charset="0"/>
                  <a:ea typeface="DM Sans"/>
                  <a:cs typeface="DM Sans"/>
                  <a:sym typeface="DM Sans"/>
                </a:rPr>
                <a:t>, </a:t>
              </a:r>
              <a:r>
                <a:rPr lang="en-US" sz="2506" b="1" i="0" u="none" strike="noStrike" cap="none" dirty="0" err="1">
                  <a:solidFill>
                    <a:srgbClr val="334155"/>
                  </a:solidFill>
                  <a:latin typeface="Merriweather" panose="00000500000000000000" pitchFamily="2" charset="0"/>
                  <a:ea typeface="DM Sans"/>
                  <a:cs typeface="DM Sans"/>
                  <a:sym typeface="DM Sans"/>
                </a:rPr>
                <a:t>sáng</a:t>
              </a:r>
              <a:r>
                <a:rPr lang="en-US" sz="2506" b="1" i="0" u="none" strike="noStrike" cap="none" dirty="0">
                  <a:solidFill>
                    <a:srgbClr val="334155"/>
                  </a:solidFill>
                  <a:latin typeface="Merriweather" panose="00000500000000000000" pitchFamily="2" charset="0"/>
                  <a:ea typeface="DM Sans"/>
                  <a:cs typeface="DM Sans"/>
                  <a:sym typeface="DM Sans"/>
                </a:rPr>
                <a:t> </a:t>
              </a:r>
              <a:r>
                <a:rPr lang="en-US" sz="2506" b="1" i="0" u="none" strike="noStrike" cap="none" dirty="0" err="1">
                  <a:solidFill>
                    <a:srgbClr val="334155"/>
                  </a:solidFill>
                  <a:latin typeface="Merriweather" panose="00000500000000000000" pitchFamily="2" charset="0"/>
                  <a:ea typeface="DM Sans"/>
                  <a:cs typeface="DM Sans"/>
                  <a:sym typeface="DM Sans"/>
                </a:rPr>
                <a:t>tạo</a:t>
              </a:r>
              <a:r>
                <a:rPr lang="en-US" sz="2506" b="0" i="0" u="none" strike="noStrike" cap="none" dirty="0">
                  <a:solidFill>
                    <a:srgbClr val="334155"/>
                  </a:solidFill>
                  <a:latin typeface="Merriweather" panose="00000500000000000000" pitchFamily="2" charset="0"/>
                  <a:ea typeface="DM Sans"/>
                  <a:cs typeface="DM Sans"/>
                  <a:sym typeface="DM Sans"/>
                </a:rPr>
                <a:t> </a:t>
              </a:r>
              <a:r>
                <a:rPr lang="en-US" sz="2506" b="0" i="0" u="none" strike="noStrike" cap="none" dirty="0" err="1">
                  <a:solidFill>
                    <a:srgbClr val="334155"/>
                  </a:solidFill>
                  <a:latin typeface="Merriweather" panose="00000500000000000000" pitchFamily="2" charset="0"/>
                  <a:ea typeface="DM Sans"/>
                  <a:cs typeface="DM Sans"/>
                  <a:sym typeface="DM Sans"/>
                </a:rPr>
                <a:t>vào</a:t>
              </a:r>
              <a:r>
                <a:rPr lang="en-US" sz="2506" b="0" i="0" u="none" strike="noStrike" cap="none" dirty="0">
                  <a:solidFill>
                    <a:srgbClr val="334155"/>
                  </a:solidFill>
                  <a:latin typeface="Merriweather" panose="00000500000000000000" pitchFamily="2" charset="0"/>
                  <a:ea typeface="DM Sans"/>
                  <a:cs typeface="DM Sans"/>
                  <a:sym typeface="DM Sans"/>
                </a:rPr>
                <a:t> </a:t>
              </a:r>
              <a:r>
                <a:rPr lang="en-US" sz="2506" b="0" i="0" u="none" strike="noStrike" cap="none" dirty="0" err="1">
                  <a:solidFill>
                    <a:srgbClr val="334155"/>
                  </a:solidFill>
                  <a:latin typeface="Merriweather" panose="00000500000000000000" pitchFamily="2" charset="0"/>
                  <a:ea typeface="DM Sans"/>
                  <a:cs typeface="DM Sans"/>
                  <a:sym typeface="DM Sans"/>
                </a:rPr>
                <a:t>bộ</a:t>
              </a:r>
              <a:r>
                <a:rPr lang="en-US" sz="2506" b="0" i="0" u="none" strike="noStrike" cap="none" dirty="0">
                  <a:solidFill>
                    <a:srgbClr val="334155"/>
                  </a:solidFill>
                  <a:latin typeface="Merriweather" panose="00000500000000000000" pitchFamily="2" charset="0"/>
                  <a:ea typeface="DM Sans"/>
                  <a:cs typeface="DM Sans"/>
                  <a:sym typeface="DM Sans"/>
                </a:rPr>
                <a:t> </a:t>
              </a:r>
              <a:r>
                <a:rPr lang="en-US" sz="2506" b="0" i="0" u="none" strike="noStrike" cap="none" dirty="0" err="1">
                  <a:solidFill>
                    <a:srgbClr val="334155"/>
                  </a:solidFill>
                  <a:latin typeface="Merriweather" panose="00000500000000000000" pitchFamily="2" charset="0"/>
                  <a:ea typeface="DM Sans"/>
                  <a:cs typeface="DM Sans"/>
                  <a:sym typeface="DM Sans"/>
                </a:rPr>
                <a:t>óc</a:t>
              </a:r>
              <a:r>
                <a:rPr lang="en-US" sz="2506" b="0" i="0" u="none" strike="noStrike" cap="none" dirty="0">
                  <a:solidFill>
                    <a:srgbClr val="334155"/>
                  </a:solidFill>
                  <a:latin typeface="Merriweather" panose="00000500000000000000" pitchFamily="2" charset="0"/>
                  <a:ea typeface="DM Sans"/>
                  <a:cs typeface="DM Sans"/>
                  <a:sym typeface="DM Sans"/>
                </a:rPr>
                <a:t> </a:t>
              </a:r>
              <a:r>
                <a:rPr lang="en-US" sz="2506" b="0" i="0" u="none" strike="noStrike" cap="none" dirty="0" err="1">
                  <a:solidFill>
                    <a:srgbClr val="334155"/>
                  </a:solidFill>
                  <a:latin typeface="Merriweather" panose="00000500000000000000" pitchFamily="2" charset="0"/>
                  <a:ea typeface="DM Sans"/>
                  <a:cs typeface="DM Sans"/>
                  <a:sym typeface="DM Sans"/>
                </a:rPr>
                <a:t>người</a:t>
              </a:r>
              <a:r>
                <a:rPr lang="en-US" sz="2506" b="0" i="0" u="none" strike="noStrike" cap="none" dirty="0">
                  <a:solidFill>
                    <a:srgbClr val="334155"/>
                  </a:solidFill>
                  <a:latin typeface="Merriweather" panose="00000500000000000000" pitchFamily="2" charset="0"/>
                  <a:ea typeface="DM Sans"/>
                  <a:cs typeface="DM Sans"/>
                  <a:sym typeface="DM Sans"/>
                </a:rPr>
                <a:t>.</a:t>
              </a:r>
              <a:endParaRPr sz="2126" dirty="0">
                <a:latin typeface="Merriweather" panose="00000500000000000000" pitchFamily="2" charset="0"/>
              </a:endParaRPr>
            </a:p>
          </p:txBody>
        </p:sp>
        <p:pic>
          <p:nvPicPr>
            <p:cNvPr id="144" name="Google Shape;144;p18" descr="image.png"/>
            <p:cNvPicPr preferRelativeResize="0"/>
            <p:nvPr/>
          </p:nvPicPr>
          <p:blipFill rotWithShape="1">
            <a:blip r:embed="rId4">
              <a:alphaModFix/>
            </a:blip>
            <a:srcRect/>
            <a:stretch/>
          </p:blipFill>
          <p:spPr>
            <a:xfrm>
              <a:off x="356850" y="1451174"/>
              <a:ext cx="304963" cy="410027"/>
            </a:xfrm>
            <a:prstGeom prst="rect">
              <a:avLst/>
            </a:prstGeom>
            <a:noFill/>
            <a:ln>
              <a:noFill/>
            </a:ln>
          </p:spPr>
        </p:pic>
      </p:grpSp>
      <p:grpSp>
        <p:nvGrpSpPr>
          <p:cNvPr id="145" name="Google Shape;145;p18"/>
          <p:cNvGrpSpPr/>
          <p:nvPr/>
        </p:nvGrpSpPr>
        <p:grpSpPr>
          <a:xfrm>
            <a:off x="289775" y="2945450"/>
            <a:ext cx="6297201" cy="1850891"/>
            <a:chOff x="289775" y="2945450"/>
            <a:chExt cx="6297201" cy="1850891"/>
          </a:xfrm>
        </p:grpSpPr>
        <p:sp>
          <p:nvSpPr>
            <p:cNvPr id="146" name="Google Shape;146;p18"/>
            <p:cNvSpPr txBox="1"/>
            <p:nvPr/>
          </p:nvSpPr>
          <p:spPr>
            <a:xfrm>
              <a:off x="874076" y="2945450"/>
              <a:ext cx="5712900" cy="185089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506" b="0" i="0" u="none" strike="noStrike" cap="none" dirty="0">
                  <a:solidFill>
                    <a:srgbClr val="334155"/>
                  </a:solidFill>
                  <a:latin typeface="Merriweather" panose="00000500000000000000" pitchFamily="2" charset="0"/>
                  <a:ea typeface="DM Sans"/>
                  <a:cs typeface="DM Sans"/>
                  <a:sym typeface="DM Sans"/>
                </a:rPr>
                <a:t>V.I. </a:t>
              </a:r>
              <a:r>
                <a:rPr lang="en-US" sz="2506" b="0" i="0" u="none" strike="noStrike" cap="none" dirty="0" err="1">
                  <a:solidFill>
                    <a:srgbClr val="334155"/>
                  </a:solidFill>
                  <a:latin typeface="Merriweather" panose="00000500000000000000" pitchFamily="2" charset="0"/>
                  <a:ea typeface="DM Sans"/>
                  <a:cs typeface="DM Sans"/>
                  <a:sym typeface="DM Sans"/>
                </a:rPr>
                <a:t>Lênin</a:t>
              </a:r>
              <a:r>
                <a:rPr lang="en-US" sz="2506" b="0" i="0" u="none" strike="noStrike" cap="none" dirty="0">
                  <a:solidFill>
                    <a:srgbClr val="334155"/>
                  </a:solidFill>
                  <a:latin typeface="Merriweather" panose="00000500000000000000" pitchFamily="2" charset="0"/>
                  <a:ea typeface="DM Sans"/>
                  <a:cs typeface="DM Sans"/>
                  <a:sym typeface="DM Sans"/>
                </a:rPr>
                <a:t> </a:t>
              </a:r>
              <a:r>
                <a:rPr lang="en-US" sz="2506" b="0" i="0" u="none" strike="noStrike" cap="none" dirty="0" err="1">
                  <a:solidFill>
                    <a:srgbClr val="334155"/>
                  </a:solidFill>
                  <a:latin typeface="Merriweather" panose="00000500000000000000" pitchFamily="2" charset="0"/>
                  <a:ea typeface="DM Sans"/>
                  <a:cs typeface="DM Sans"/>
                  <a:sym typeface="DM Sans"/>
                </a:rPr>
                <a:t>đúc</a:t>
              </a:r>
              <a:r>
                <a:rPr lang="en-US" sz="2506" b="0" i="0" u="none" strike="noStrike" cap="none" dirty="0">
                  <a:solidFill>
                    <a:srgbClr val="334155"/>
                  </a:solidFill>
                  <a:latin typeface="Merriweather" panose="00000500000000000000" pitchFamily="2" charset="0"/>
                  <a:ea typeface="DM Sans"/>
                  <a:cs typeface="DM Sans"/>
                  <a:sym typeface="DM Sans"/>
                </a:rPr>
                <a:t> </a:t>
              </a:r>
              <a:r>
                <a:rPr lang="en-US" sz="2506" b="0" i="0" u="none" strike="noStrike" cap="none" dirty="0" err="1">
                  <a:solidFill>
                    <a:srgbClr val="334155"/>
                  </a:solidFill>
                  <a:latin typeface="Merriweather" panose="00000500000000000000" pitchFamily="2" charset="0"/>
                  <a:ea typeface="DM Sans"/>
                  <a:cs typeface="DM Sans"/>
                  <a:sym typeface="DM Sans"/>
                </a:rPr>
                <a:t>kết</a:t>
              </a:r>
              <a:r>
                <a:rPr lang="en-US" sz="2506" b="0" i="0" u="none" strike="noStrike" cap="none" dirty="0">
                  <a:solidFill>
                    <a:srgbClr val="334155"/>
                  </a:solidFill>
                  <a:latin typeface="Merriweather" panose="00000500000000000000" pitchFamily="2" charset="0"/>
                  <a:ea typeface="DM Sans"/>
                  <a:cs typeface="DM Sans"/>
                  <a:sym typeface="DM Sans"/>
                </a:rPr>
                <a:t>: "</a:t>
              </a:r>
              <a:r>
                <a:rPr lang="en-US" sz="2506" b="0" i="0" u="none" strike="noStrike" cap="none" dirty="0" err="1">
                  <a:solidFill>
                    <a:srgbClr val="334155"/>
                  </a:solidFill>
                  <a:latin typeface="Merriweather" panose="00000500000000000000" pitchFamily="2" charset="0"/>
                  <a:ea typeface="DM Sans"/>
                  <a:cs typeface="DM Sans"/>
                  <a:sym typeface="DM Sans"/>
                </a:rPr>
                <a:t>Từ</a:t>
              </a:r>
              <a:r>
                <a:rPr lang="en-US" sz="2506" b="0" i="0" u="none" strike="noStrike" cap="none" dirty="0">
                  <a:solidFill>
                    <a:srgbClr val="334155"/>
                  </a:solidFill>
                  <a:latin typeface="Merriweather" panose="00000500000000000000" pitchFamily="2" charset="0"/>
                  <a:ea typeface="DM Sans"/>
                  <a:cs typeface="DM Sans"/>
                  <a:sym typeface="DM Sans"/>
                </a:rPr>
                <a:t> </a:t>
              </a:r>
              <a:r>
                <a:rPr lang="en-US" sz="2506" b="0" i="0" u="none" strike="noStrike" cap="none" dirty="0" err="1">
                  <a:solidFill>
                    <a:srgbClr val="334155"/>
                  </a:solidFill>
                  <a:latin typeface="Merriweather" panose="00000500000000000000" pitchFamily="2" charset="0"/>
                  <a:ea typeface="DM Sans"/>
                  <a:cs typeface="DM Sans"/>
                  <a:sym typeface="DM Sans"/>
                </a:rPr>
                <a:t>trực</a:t>
              </a:r>
              <a:r>
                <a:rPr lang="en-US" sz="2506" b="0" i="0" u="none" strike="noStrike" cap="none" dirty="0">
                  <a:solidFill>
                    <a:srgbClr val="334155"/>
                  </a:solidFill>
                  <a:latin typeface="Merriweather" panose="00000500000000000000" pitchFamily="2" charset="0"/>
                  <a:ea typeface="DM Sans"/>
                  <a:cs typeface="DM Sans"/>
                  <a:sym typeface="DM Sans"/>
                </a:rPr>
                <a:t> </a:t>
              </a:r>
              <a:r>
                <a:rPr lang="en-US" sz="2506" b="0" i="0" u="none" strike="noStrike" cap="none" dirty="0" err="1">
                  <a:solidFill>
                    <a:srgbClr val="334155"/>
                  </a:solidFill>
                  <a:latin typeface="Merriweather" panose="00000500000000000000" pitchFamily="2" charset="0"/>
                  <a:ea typeface="DM Sans"/>
                  <a:cs typeface="DM Sans"/>
                  <a:sym typeface="DM Sans"/>
                </a:rPr>
                <a:t>quan</a:t>
              </a:r>
              <a:r>
                <a:rPr lang="en-US" sz="2506" b="0" i="0" u="none" strike="noStrike" cap="none" dirty="0">
                  <a:solidFill>
                    <a:srgbClr val="334155"/>
                  </a:solidFill>
                  <a:latin typeface="Merriweather" panose="00000500000000000000" pitchFamily="2" charset="0"/>
                  <a:ea typeface="DM Sans"/>
                  <a:cs typeface="DM Sans"/>
                  <a:sym typeface="DM Sans"/>
                </a:rPr>
                <a:t> </a:t>
              </a:r>
              <a:r>
                <a:rPr lang="en-US" sz="2506" b="0" i="0" u="none" strike="noStrike" cap="none" dirty="0" err="1">
                  <a:solidFill>
                    <a:srgbClr val="334155"/>
                  </a:solidFill>
                  <a:latin typeface="Merriweather" panose="00000500000000000000" pitchFamily="2" charset="0"/>
                  <a:ea typeface="DM Sans"/>
                  <a:cs typeface="DM Sans"/>
                  <a:sym typeface="DM Sans"/>
                </a:rPr>
                <a:t>sinh</a:t>
              </a:r>
              <a:r>
                <a:rPr lang="en-US" sz="2506" b="0" i="0" u="none" strike="noStrike" cap="none" dirty="0">
                  <a:solidFill>
                    <a:srgbClr val="334155"/>
                  </a:solidFill>
                  <a:latin typeface="Merriweather" panose="00000500000000000000" pitchFamily="2" charset="0"/>
                  <a:ea typeface="DM Sans"/>
                  <a:cs typeface="DM Sans"/>
                  <a:sym typeface="DM Sans"/>
                </a:rPr>
                <a:t> </a:t>
              </a:r>
              <a:r>
                <a:rPr lang="en-US" sz="2506" b="0" i="0" u="none" strike="noStrike" cap="none" dirty="0" err="1">
                  <a:solidFill>
                    <a:srgbClr val="334155"/>
                  </a:solidFill>
                  <a:latin typeface="Merriweather" panose="00000500000000000000" pitchFamily="2" charset="0"/>
                  <a:ea typeface="DM Sans"/>
                  <a:cs typeface="DM Sans"/>
                  <a:sym typeface="DM Sans"/>
                </a:rPr>
                <a:t>động</a:t>
              </a:r>
              <a:r>
                <a:rPr lang="en-US" sz="2506" b="0" i="0" u="none" strike="noStrike" cap="none" dirty="0">
                  <a:solidFill>
                    <a:srgbClr val="334155"/>
                  </a:solidFill>
                  <a:latin typeface="Merriweather" panose="00000500000000000000" pitchFamily="2" charset="0"/>
                  <a:ea typeface="DM Sans"/>
                  <a:cs typeface="DM Sans"/>
                  <a:sym typeface="DM Sans"/>
                </a:rPr>
                <a:t> </a:t>
              </a:r>
              <a:r>
                <a:rPr lang="en-US" sz="2506" b="0" i="0" u="none" strike="noStrike" cap="none" dirty="0" err="1">
                  <a:solidFill>
                    <a:srgbClr val="334155"/>
                  </a:solidFill>
                  <a:latin typeface="Merriweather" panose="00000500000000000000" pitchFamily="2" charset="0"/>
                  <a:ea typeface="DM Sans"/>
                  <a:cs typeface="DM Sans"/>
                  <a:sym typeface="DM Sans"/>
                </a:rPr>
                <a:t>đến</a:t>
              </a:r>
              <a:r>
                <a:rPr lang="en-US" sz="2506" b="0" i="0" u="none" strike="noStrike" cap="none" dirty="0">
                  <a:solidFill>
                    <a:srgbClr val="334155"/>
                  </a:solidFill>
                  <a:latin typeface="Merriweather" panose="00000500000000000000" pitchFamily="2" charset="0"/>
                  <a:ea typeface="DM Sans"/>
                  <a:cs typeface="DM Sans"/>
                  <a:sym typeface="DM Sans"/>
                </a:rPr>
                <a:t> </a:t>
              </a:r>
              <a:r>
                <a:rPr lang="en-US" sz="2506" b="0" i="0" u="none" strike="noStrike" cap="none" dirty="0" err="1">
                  <a:solidFill>
                    <a:srgbClr val="334155"/>
                  </a:solidFill>
                  <a:latin typeface="Merriweather" panose="00000500000000000000" pitchFamily="2" charset="0"/>
                  <a:ea typeface="DM Sans"/>
                  <a:cs typeface="DM Sans"/>
                  <a:sym typeface="DM Sans"/>
                </a:rPr>
                <a:t>tư</a:t>
              </a:r>
              <a:r>
                <a:rPr lang="en-US" sz="2506" b="0" i="0" u="none" strike="noStrike" cap="none" dirty="0">
                  <a:solidFill>
                    <a:srgbClr val="334155"/>
                  </a:solidFill>
                  <a:latin typeface="Merriweather" panose="00000500000000000000" pitchFamily="2" charset="0"/>
                  <a:ea typeface="DM Sans"/>
                  <a:cs typeface="DM Sans"/>
                  <a:sym typeface="DM Sans"/>
                </a:rPr>
                <a:t> </a:t>
              </a:r>
              <a:r>
                <a:rPr lang="en-US" sz="2506" b="0" i="0" u="none" strike="noStrike" cap="none" dirty="0" err="1">
                  <a:solidFill>
                    <a:srgbClr val="334155"/>
                  </a:solidFill>
                  <a:latin typeface="Merriweather" panose="00000500000000000000" pitchFamily="2" charset="0"/>
                  <a:ea typeface="DM Sans"/>
                  <a:cs typeface="DM Sans"/>
                  <a:sym typeface="DM Sans"/>
                </a:rPr>
                <a:t>duy</a:t>
              </a:r>
              <a:r>
                <a:rPr lang="en-US" sz="2506" b="0" i="0" u="none" strike="noStrike" cap="none" dirty="0">
                  <a:solidFill>
                    <a:srgbClr val="334155"/>
                  </a:solidFill>
                  <a:latin typeface="Merriweather" panose="00000500000000000000" pitchFamily="2" charset="0"/>
                  <a:ea typeface="DM Sans"/>
                  <a:cs typeface="DM Sans"/>
                  <a:sym typeface="DM Sans"/>
                </a:rPr>
                <a:t> </a:t>
              </a:r>
              <a:r>
                <a:rPr lang="en-US" sz="2506" b="0" i="0" u="none" strike="noStrike" cap="none" dirty="0" err="1">
                  <a:solidFill>
                    <a:srgbClr val="334155"/>
                  </a:solidFill>
                  <a:latin typeface="Merriweather" panose="00000500000000000000" pitchFamily="2" charset="0"/>
                  <a:ea typeface="DM Sans"/>
                  <a:cs typeface="DM Sans"/>
                  <a:sym typeface="DM Sans"/>
                </a:rPr>
                <a:t>trừu</a:t>
              </a:r>
              <a:r>
                <a:rPr lang="en-US" sz="2506" b="0" i="0" u="none" strike="noStrike" cap="none" dirty="0">
                  <a:solidFill>
                    <a:srgbClr val="334155"/>
                  </a:solidFill>
                  <a:latin typeface="Merriweather" panose="00000500000000000000" pitchFamily="2" charset="0"/>
                  <a:ea typeface="DM Sans"/>
                  <a:cs typeface="DM Sans"/>
                  <a:sym typeface="DM Sans"/>
                </a:rPr>
                <a:t> </a:t>
              </a:r>
              <a:r>
                <a:rPr lang="en-US" sz="2506" b="0" i="0" u="none" strike="noStrike" cap="none" dirty="0" err="1">
                  <a:solidFill>
                    <a:srgbClr val="334155"/>
                  </a:solidFill>
                  <a:latin typeface="Merriweather" panose="00000500000000000000" pitchFamily="2" charset="0"/>
                  <a:ea typeface="DM Sans"/>
                  <a:cs typeface="DM Sans"/>
                  <a:sym typeface="DM Sans"/>
                </a:rPr>
                <a:t>tượng</a:t>
              </a:r>
              <a:r>
                <a:rPr lang="en-US" sz="2506" b="0" i="0" u="none" strike="noStrike" cap="none" dirty="0">
                  <a:solidFill>
                    <a:srgbClr val="334155"/>
                  </a:solidFill>
                  <a:latin typeface="Merriweather" panose="00000500000000000000" pitchFamily="2" charset="0"/>
                  <a:ea typeface="DM Sans"/>
                  <a:cs typeface="DM Sans"/>
                  <a:sym typeface="DM Sans"/>
                </a:rPr>
                <a:t>, </a:t>
              </a:r>
              <a:r>
                <a:rPr lang="en-US" sz="2506" b="0" i="0" u="none" strike="noStrike" cap="none" dirty="0" err="1">
                  <a:solidFill>
                    <a:srgbClr val="334155"/>
                  </a:solidFill>
                  <a:latin typeface="Merriweather" panose="00000500000000000000" pitchFamily="2" charset="0"/>
                  <a:ea typeface="DM Sans"/>
                  <a:cs typeface="DM Sans"/>
                  <a:sym typeface="DM Sans"/>
                </a:rPr>
                <a:t>và</a:t>
              </a:r>
              <a:r>
                <a:rPr lang="en-US" sz="2506" b="0" i="0" u="none" strike="noStrike" cap="none" dirty="0">
                  <a:solidFill>
                    <a:srgbClr val="334155"/>
                  </a:solidFill>
                  <a:latin typeface="Merriweather" panose="00000500000000000000" pitchFamily="2" charset="0"/>
                  <a:ea typeface="DM Sans"/>
                  <a:cs typeface="DM Sans"/>
                  <a:sym typeface="DM Sans"/>
                </a:rPr>
                <a:t> </a:t>
              </a:r>
              <a:r>
                <a:rPr lang="en-US" sz="2506" b="0" i="0" u="none" strike="noStrike" cap="none" dirty="0" err="1">
                  <a:solidFill>
                    <a:srgbClr val="334155"/>
                  </a:solidFill>
                  <a:latin typeface="Merriweather" panose="00000500000000000000" pitchFamily="2" charset="0"/>
                  <a:ea typeface="DM Sans"/>
                  <a:cs typeface="DM Sans"/>
                  <a:sym typeface="DM Sans"/>
                </a:rPr>
                <a:t>từ</a:t>
              </a:r>
              <a:r>
                <a:rPr lang="en-US" sz="2506" b="0" i="0" u="none" strike="noStrike" cap="none" dirty="0">
                  <a:solidFill>
                    <a:srgbClr val="334155"/>
                  </a:solidFill>
                  <a:latin typeface="Merriweather" panose="00000500000000000000" pitchFamily="2" charset="0"/>
                  <a:ea typeface="DM Sans"/>
                  <a:cs typeface="DM Sans"/>
                  <a:sym typeface="DM Sans"/>
                </a:rPr>
                <a:t> </a:t>
              </a:r>
              <a:r>
                <a:rPr lang="en-US" sz="2506" b="0" i="0" u="none" strike="noStrike" cap="none" dirty="0" err="1">
                  <a:solidFill>
                    <a:srgbClr val="334155"/>
                  </a:solidFill>
                  <a:latin typeface="Merriweather" panose="00000500000000000000" pitchFamily="2" charset="0"/>
                  <a:ea typeface="DM Sans"/>
                  <a:cs typeface="DM Sans"/>
                  <a:sym typeface="DM Sans"/>
                </a:rPr>
                <a:t>tư</a:t>
              </a:r>
              <a:r>
                <a:rPr lang="en-US" sz="2506" b="0" i="0" u="none" strike="noStrike" cap="none" dirty="0">
                  <a:solidFill>
                    <a:srgbClr val="334155"/>
                  </a:solidFill>
                  <a:latin typeface="Merriweather" panose="00000500000000000000" pitchFamily="2" charset="0"/>
                  <a:ea typeface="DM Sans"/>
                  <a:cs typeface="DM Sans"/>
                  <a:sym typeface="DM Sans"/>
                </a:rPr>
                <a:t> </a:t>
              </a:r>
              <a:r>
                <a:rPr lang="en-US" sz="2506" b="0" i="0" u="none" strike="noStrike" cap="none" dirty="0" err="1">
                  <a:solidFill>
                    <a:srgbClr val="334155"/>
                  </a:solidFill>
                  <a:latin typeface="Merriweather" panose="00000500000000000000" pitchFamily="2" charset="0"/>
                  <a:ea typeface="DM Sans"/>
                  <a:cs typeface="DM Sans"/>
                  <a:sym typeface="DM Sans"/>
                </a:rPr>
                <a:t>duy</a:t>
              </a:r>
              <a:r>
                <a:rPr lang="en-US" sz="2506" b="0" i="0" u="none" strike="noStrike" cap="none" dirty="0">
                  <a:solidFill>
                    <a:srgbClr val="334155"/>
                  </a:solidFill>
                  <a:latin typeface="Merriweather" panose="00000500000000000000" pitchFamily="2" charset="0"/>
                  <a:ea typeface="DM Sans"/>
                  <a:cs typeface="DM Sans"/>
                  <a:sym typeface="DM Sans"/>
                </a:rPr>
                <a:t> </a:t>
              </a:r>
              <a:r>
                <a:rPr lang="en-US" sz="2506" b="0" i="0" u="none" strike="noStrike" cap="none" dirty="0" err="1">
                  <a:solidFill>
                    <a:srgbClr val="334155"/>
                  </a:solidFill>
                  <a:latin typeface="Merriweather" panose="00000500000000000000" pitchFamily="2" charset="0"/>
                  <a:ea typeface="DM Sans"/>
                  <a:cs typeface="DM Sans"/>
                  <a:sym typeface="DM Sans"/>
                </a:rPr>
                <a:t>trừu</a:t>
              </a:r>
              <a:r>
                <a:rPr lang="en-US" sz="2506" b="0" i="0" u="none" strike="noStrike" cap="none" dirty="0">
                  <a:solidFill>
                    <a:srgbClr val="334155"/>
                  </a:solidFill>
                  <a:latin typeface="Merriweather" panose="00000500000000000000" pitchFamily="2" charset="0"/>
                  <a:ea typeface="DM Sans"/>
                  <a:cs typeface="DM Sans"/>
                  <a:sym typeface="DM Sans"/>
                </a:rPr>
                <a:t> </a:t>
              </a:r>
              <a:r>
                <a:rPr lang="en-US" sz="2506" b="0" i="0" u="none" strike="noStrike" cap="none" dirty="0" err="1">
                  <a:solidFill>
                    <a:srgbClr val="334155"/>
                  </a:solidFill>
                  <a:latin typeface="Merriweather" panose="00000500000000000000" pitchFamily="2" charset="0"/>
                  <a:ea typeface="DM Sans"/>
                  <a:cs typeface="DM Sans"/>
                  <a:sym typeface="DM Sans"/>
                </a:rPr>
                <a:t>tượng</a:t>
              </a:r>
              <a:r>
                <a:rPr lang="en-US" sz="2506" b="0" i="0" u="none" strike="noStrike" cap="none" dirty="0">
                  <a:solidFill>
                    <a:srgbClr val="334155"/>
                  </a:solidFill>
                  <a:latin typeface="Merriweather" panose="00000500000000000000" pitchFamily="2" charset="0"/>
                  <a:ea typeface="DM Sans"/>
                  <a:cs typeface="DM Sans"/>
                  <a:sym typeface="DM Sans"/>
                </a:rPr>
                <a:t> </a:t>
              </a:r>
              <a:r>
                <a:rPr lang="en-US" sz="2506" b="0" i="0" u="none" strike="noStrike" cap="none" dirty="0" err="1">
                  <a:solidFill>
                    <a:srgbClr val="334155"/>
                  </a:solidFill>
                  <a:latin typeface="Merriweather" panose="00000500000000000000" pitchFamily="2" charset="0"/>
                  <a:ea typeface="DM Sans"/>
                  <a:cs typeface="DM Sans"/>
                  <a:sym typeface="DM Sans"/>
                </a:rPr>
                <a:t>đến</a:t>
              </a:r>
              <a:r>
                <a:rPr lang="en-US" sz="2506" b="0" i="0" u="none" strike="noStrike" cap="none" dirty="0">
                  <a:solidFill>
                    <a:srgbClr val="334155"/>
                  </a:solidFill>
                  <a:latin typeface="Merriweather" panose="00000500000000000000" pitchFamily="2" charset="0"/>
                  <a:ea typeface="DM Sans"/>
                  <a:cs typeface="DM Sans"/>
                  <a:sym typeface="DM Sans"/>
                </a:rPr>
                <a:t> </a:t>
              </a:r>
              <a:r>
                <a:rPr lang="en-US" sz="2506" b="0" i="0" u="none" strike="noStrike" cap="none" dirty="0" err="1">
                  <a:solidFill>
                    <a:srgbClr val="334155"/>
                  </a:solidFill>
                  <a:latin typeface="Merriweather" panose="00000500000000000000" pitchFamily="2" charset="0"/>
                  <a:ea typeface="DM Sans"/>
                  <a:cs typeface="DM Sans"/>
                  <a:sym typeface="DM Sans"/>
                </a:rPr>
                <a:t>thực</a:t>
              </a:r>
              <a:r>
                <a:rPr lang="en-US" sz="2506" b="0" i="0" u="none" strike="noStrike" cap="none" dirty="0">
                  <a:solidFill>
                    <a:srgbClr val="334155"/>
                  </a:solidFill>
                  <a:latin typeface="Merriweather" panose="00000500000000000000" pitchFamily="2" charset="0"/>
                  <a:ea typeface="DM Sans"/>
                  <a:cs typeface="DM Sans"/>
                  <a:sym typeface="DM Sans"/>
                </a:rPr>
                <a:t> </a:t>
              </a:r>
              <a:r>
                <a:rPr lang="en-US" sz="2506" b="0" i="0" u="none" strike="noStrike" cap="none" dirty="0" err="1">
                  <a:solidFill>
                    <a:srgbClr val="334155"/>
                  </a:solidFill>
                  <a:latin typeface="Merriweather" panose="00000500000000000000" pitchFamily="2" charset="0"/>
                  <a:ea typeface="DM Sans"/>
                  <a:cs typeface="DM Sans"/>
                  <a:sym typeface="DM Sans"/>
                </a:rPr>
                <a:t>tiễn</a:t>
              </a:r>
              <a:r>
                <a:rPr lang="en-US" sz="2506" b="0" i="0" u="none" strike="noStrike" cap="none" dirty="0">
                  <a:solidFill>
                    <a:srgbClr val="334155"/>
                  </a:solidFill>
                  <a:latin typeface="Merriweather" panose="00000500000000000000" pitchFamily="2" charset="0"/>
                  <a:ea typeface="DM Sans"/>
                  <a:cs typeface="DM Sans"/>
                  <a:sym typeface="DM Sans"/>
                </a:rPr>
                <a:t>".</a:t>
              </a:r>
              <a:endParaRPr sz="2126" dirty="0">
                <a:latin typeface="Merriweather" panose="00000500000000000000" pitchFamily="2" charset="0"/>
              </a:endParaRPr>
            </a:p>
          </p:txBody>
        </p:sp>
        <p:pic>
          <p:nvPicPr>
            <p:cNvPr id="147" name="Google Shape;147;p18" descr="image.png"/>
            <p:cNvPicPr preferRelativeResize="0"/>
            <p:nvPr/>
          </p:nvPicPr>
          <p:blipFill rotWithShape="1">
            <a:blip r:embed="rId4">
              <a:alphaModFix/>
            </a:blip>
            <a:srcRect/>
            <a:stretch/>
          </p:blipFill>
          <p:spPr>
            <a:xfrm>
              <a:off x="289775" y="2945450"/>
              <a:ext cx="311625" cy="410025"/>
            </a:xfrm>
            <a:prstGeom prst="rect">
              <a:avLst/>
            </a:prstGeom>
            <a:noFill/>
            <a:ln>
              <a:noFill/>
            </a:ln>
          </p:spPr>
        </p:pic>
      </p:grpSp>
      <p:grpSp>
        <p:nvGrpSpPr>
          <p:cNvPr id="148" name="Google Shape;148;p18"/>
          <p:cNvGrpSpPr/>
          <p:nvPr/>
        </p:nvGrpSpPr>
        <p:grpSpPr>
          <a:xfrm>
            <a:off x="289775" y="5280272"/>
            <a:ext cx="7115705" cy="1233928"/>
            <a:chOff x="289775" y="5280272"/>
            <a:chExt cx="7115705" cy="1233928"/>
          </a:xfrm>
        </p:grpSpPr>
        <p:sp>
          <p:nvSpPr>
            <p:cNvPr id="149" name="Google Shape;149;p18"/>
            <p:cNvSpPr txBox="1"/>
            <p:nvPr/>
          </p:nvSpPr>
          <p:spPr>
            <a:xfrm>
              <a:off x="861580" y="5280272"/>
              <a:ext cx="6543900" cy="1233928"/>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506" b="0" i="0" u="none" strike="noStrike" cap="none" dirty="0" err="1">
                  <a:solidFill>
                    <a:srgbClr val="334155"/>
                  </a:solidFill>
                  <a:latin typeface="Merriweather" panose="00000500000000000000" pitchFamily="2" charset="0"/>
                  <a:ea typeface="DM Sans"/>
                  <a:cs typeface="DM Sans"/>
                  <a:sym typeface="DM Sans"/>
                </a:rPr>
                <a:t>Đó</a:t>
              </a:r>
              <a:r>
                <a:rPr lang="en-US" sz="2506" b="0" i="0" u="none" strike="noStrike" cap="none" dirty="0">
                  <a:solidFill>
                    <a:srgbClr val="334155"/>
                  </a:solidFill>
                  <a:latin typeface="Merriweather" panose="00000500000000000000" pitchFamily="2" charset="0"/>
                  <a:ea typeface="DM Sans"/>
                  <a:cs typeface="DM Sans"/>
                  <a:sym typeface="DM Sans"/>
                </a:rPr>
                <a:t> </a:t>
              </a:r>
              <a:r>
                <a:rPr lang="en-US" sz="2506" b="0" i="0" u="none" strike="noStrike" cap="none" dirty="0" err="1">
                  <a:solidFill>
                    <a:srgbClr val="334155"/>
                  </a:solidFill>
                  <a:latin typeface="Merriweather" panose="00000500000000000000" pitchFamily="2" charset="0"/>
                  <a:ea typeface="DM Sans"/>
                  <a:cs typeface="DM Sans"/>
                  <a:sym typeface="DM Sans"/>
                </a:rPr>
                <a:t>là</a:t>
              </a:r>
              <a:r>
                <a:rPr lang="en-US" sz="2506" b="0" i="0" u="none" strike="noStrike" cap="none" dirty="0">
                  <a:solidFill>
                    <a:srgbClr val="334155"/>
                  </a:solidFill>
                  <a:latin typeface="Merriweather" panose="00000500000000000000" pitchFamily="2" charset="0"/>
                  <a:ea typeface="DM Sans"/>
                  <a:cs typeface="DM Sans"/>
                  <a:sym typeface="DM Sans"/>
                </a:rPr>
                <a:t> con </a:t>
              </a:r>
              <a:r>
                <a:rPr lang="en-US" sz="2506" b="0" i="0" u="none" strike="noStrike" cap="none" dirty="0" err="1">
                  <a:solidFill>
                    <a:srgbClr val="334155"/>
                  </a:solidFill>
                  <a:latin typeface="Merriweather" panose="00000500000000000000" pitchFamily="2" charset="0"/>
                  <a:ea typeface="DM Sans"/>
                  <a:cs typeface="DM Sans"/>
                  <a:sym typeface="DM Sans"/>
                </a:rPr>
                <a:t>đường</a:t>
              </a:r>
              <a:r>
                <a:rPr lang="en-US" sz="2506" b="0" i="0" u="none" strike="noStrike" cap="none" dirty="0">
                  <a:solidFill>
                    <a:srgbClr val="334155"/>
                  </a:solidFill>
                  <a:latin typeface="Merriweather" panose="00000500000000000000" pitchFamily="2" charset="0"/>
                  <a:ea typeface="DM Sans"/>
                  <a:cs typeface="DM Sans"/>
                  <a:sym typeface="DM Sans"/>
                </a:rPr>
                <a:t> </a:t>
              </a:r>
              <a:r>
                <a:rPr lang="en-US" sz="2506" b="0" i="0" u="none" strike="noStrike" cap="none" dirty="0" err="1">
                  <a:solidFill>
                    <a:srgbClr val="334155"/>
                  </a:solidFill>
                  <a:latin typeface="Merriweather" panose="00000500000000000000" pitchFamily="2" charset="0"/>
                  <a:ea typeface="DM Sans"/>
                  <a:cs typeface="DM Sans"/>
                  <a:sym typeface="DM Sans"/>
                </a:rPr>
                <a:t>biện</a:t>
              </a:r>
              <a:r>
                <a:rPr lang="en-US" sz="2506" b="0" i="0" u="none" strike="noStrike" cap="none" dirty="0">
                  <a:solidFill>
                    <a:srgbClr val="334155"/>
                  </a:solidFill>
                  <a:latin typeface="Merriweather" panose="00000500000000000000" pitchFamily="2" charset="0"/>
                  <a:ea typeface="DM Sans"/>
                  <a:cs typeface="DM Sans"/>
                  <a:sym typeface="DM Sans"/>
                </a:rPr>
                <a:t> </a:t>
              </a:r>
              <a:r>
                <a:rPr lang="en-US" sz="2506" b="0" i="0" u="none" strike="noStrike" cap="none" dirty="0" err="1">
                  <a:solidFill>
                    <a:srgbClr val="334155"/>
                  </a:solidFill>
                  <a:latin typeface="Merriweather" panose="00000500000000000000" pitchFamily="2" charset="0"/>
                  <a:ea typeface="DM Sans"/>
                  <a:cs typeface="DM Sans"/>
                  <a:sym typeface="DM Sans"/>
                </a:rPr>
                <a:t>chứng</a:t>
              </a:r>
              <a:r>
                <a:rPr lang="en-US" sz="2506" b="0" i="0" u="none" strike="noStrike" cap="none" dirty="0">
                  <a:solidFill>
                    <a:srgbClr val="334155"/>
                  </a:solidFill>
                  <a:latin typeface="Merriweather" panose="00000500000000000000" pitchFamily="2" charset="0"/>
                  <a:ea typeface="DM Sans"/>
                  <a:cs typeface="DM Sans"/>
                  <a:sym typeface="DM Sans"/>
                </a:rPr>
                <a:t> </a:t>
              </a:r>
              <a:r>
                <a:rPr lang="en-US" sz="2506" b="0" i="0" u="none" strike="noStrike" cap="none" dirty="0" err="1">
                  <a:solidFill>
                    <a:srgbClr val="334155"/>
                  </a:solidFill>
                  <a:latin typeface="Merriweather" panose="00000500000000000000" pitchFamily="2" charset="0"/>
                  <a:ea typeface="DM Sans"/>
                  <a:cs typeface="DM Sans"/>
                  <a:sym typeface="DM Sans"/>
                </a:rPr>
                <a:t>của</a:t>
              </a:r>
              <a:r>
                <a:rPr lang="en-US" sz="2506" b="0" i="0" u="none" strike="noStrike" cap="none" dirty="0">
                  <a:solidFill>
                    <a:srgbClr val="334155"/>
                  </a:solidFill>
                  <a:latin typeface="Merriweather" panose="00000500000000000000" pitchFamily="2" charset="0"/>
                  <a:ea typeface="DM Sans"/>
                  <a:cs typeface="DM Sans"/>
                  <a:sym typeface="DM Sans"/>
                </a:rPr>
                <a:t> </a:t>
              </a:r>
              <a:r>
                <a:rPr lang="en-US" sz="2506" b="0" i="0" u="none" strike="noStrike" cap="none" dirty="0" err="1">
                  <a:solidFill>
                    <a:srgbClr val="334155"/>
                  </a:solidFill>
                  <a:latin typeface="Merriweather" panose="00000500000000000000" pitchFamily="2" charset="0"/>
                  <a:ea typeface="DM Sans"/>
                  <a:cs typeface="DM Sans"/>
                  <a:sym typeface="DM Sans"/>
                </a:rPr>
                <a:t>sự</a:t>
              </a:r>
              <a:r>
                <a:rPr lang="en-US" sz="2506" b="0" i="0" u="none" strike="noStrike" cap="none" dirty="0">
                  <a:solidFill>
                    <a:srgbClr val="334155"/>
                  </a:solidFill>
                  <a:latin typeface="Merriweather" panose="00000500000000000000" pitchFamily="2" charset="0"/>
                  <a:ea typeface="DM Sans"/>
                  <a:cs typeface="DM Sans"/>
                  <a:sym typeface="DM Sans"/>
                </a:rPr>
                <a:t> </a:t>
              </a:r>
              <a:r>
                <a:rPr lang="en-US" sz="2506" b="0" i="0" u="none" strike="noStrike" cap="none" dirty="0" err="1">
                  <a:solidFill>
                    <a:srgbClr val="334155"/>
                  </a:solidFill>
                  <a:latin typeface="Merriweather" panose="00000500000000000000" pitchFamily="2" charset="0"/>
                  <a:ea typeface="DM Sans"/>
                  <a:cs typeface="DM Sans"/>
                  <a:sym typeface="DM Sans"/>
                </a:rPr>
                <a:t>nhận</a:t>
              </a:r>
              <a:r>
                <a:rPr lang="en-US" sz="2506" b="0" i="0" u="none" strike="noStrike" cap="none" dirty="0">
                  <a:solidFill>
                    <a:srgbClr val="334155"/>
                  </a:solidFill>
                  <a:latin typeface="Merriweather" panose="00000500000000000000" pitchFamily="2" charset="0"/>
                  <a:ea typeface="DM Sans"/>
                  <a:cs typeface="DM Sans"/>
                  <a:sym typeface="DM Sans"/>
                </a:rPr>
                <a:t> </a:t>
              </a:r>
              <a:r>
                <a:rPr lang="en-US" sz="2506" b="0" i="0" u="none" strike="noStrike" cap="none" dirty="0" err="1">
                  <a:solidFill>
                    <a:srgbClr val="334155"/>
                  </a:solidFill>
                  <a:latin typeface="Merriweather" panose="00000500000000000000" pitchFamily="2" charset="0"/>
                  <a:ea typeface="DM Sans"/>
                  <a:cs typeface="DM Sans"/>
                  <a:sym typeface="DM Sans"/>
                </a:rPr>
                <a:t>thức</a:t>
              </a:r>
              <a:r>
                <a:rPr lang="en-US" sz="2506" b="0" i="0" u="none" strike="noStrike" cap="none" dirty="0">
                  <a:solidFill>
                    <a:srgbClr val="334155"/>
                  </a:solidFill>
                  <a:latin typeface="Merriweather" panose="00000500000000000000" pitchFamily="2" charset="0"/>
                  <a:ea typeface="DM Sans"/>
                  <a:cs typeface="DM Sans"/>
                  <a:sym typeface="DM Sans"/>
                </a:rPr>
                <a:t> </a:t>
              </a:r>
              <a:r>
                <a:rPr lang="en-US" sz="2506" b="0" i="0" u="none" strike="noStrike" cap="none" dirty="0" err="1">
                  <a:solidFill>
                    <a:srgbClr val="334155"/>
                  </a:solidFill>
                  <a:latin typeface="Merriweather" panose="00000500000000000000" pitchFamily="2" charset="0"/>
                  <a:ea typeface="DM Sans"/>
                  <a:cs typeface="DM Sans"/>
                  <a:sym typeface="DM Sans"/>
                </a:rPr>
                <a:t>thực</a:t>
              </a:r>
              <a:r>
                <a:rPr lang="en-US" sz="2506" b="0" i="0" u="none" strike="noStrike" cap="none" dirty="0">
                  <a:solidFill>
                    <a:srgbClr val="334155"/>
                  </a:solidFill>
                  <a:latin typeface="Merriweather" panose="00000500000000000000" pitchFamily="2" charset="0"/>
                  <a:ea typeface="DM Sans"/>
                  <a:cs typeface="DM Sans"/>
                  <a:sym typeface="DM Sans"/>
                </a:rPr>
                <a:t> </a:t>
              </a:r>
              <a:r>
                <a:rPr lang="en-US" sz="2506" b="0" i="0" u="none" strike="noStrike" cap="none" dirty="0" err="1">
                  <a:solidFill>
                    <a:srgbClr val="334155"/>
                  </a:solidFill>
                  <a:latin typeface="Merriweather" panose="00000500000000000000" pitchFamily="2" charset="0"/>
                  <a:ea typeface="DM Sans"/>
                  <a:cs typeface="DM Sans"/>
                  <a:sym typeface="DM Sans"/>
                </a:rPr>
                <a:t>tại</a:t>
              </a:r>
              <a:r>
                <a:rPr lang="en-US" sz="2506" b="0" i="0" u="none" strike="noStrike" cap="none" dirty="0">
                  <a:solidFill>
                    <a:srgbClr val="334155"/>
                  </a:solidFill>
                  <a:latin typeface="Merriweather" panose="00000500000000000000" pitchFamily="2" charset="0"/>
                  <a:ea typeface="DM Sans"/>
                  <a:cs typeface="DM Sans"/>
                  <a:sym typeface="DM Sans"/>
                </a:rPr>
                <a:t> </a:t>
              </a:r>
              <a:r>
                <a:rPr lang="en-US" sz="2506" b="0" i="0" u="none" strike="noStrike" cap="none" dirty="0" err="1">
                  <a:solidFill>
                    <a:srgbClr val="334155"/>
                  </a:solidFill>
                  <a:latin typeface="Merriweather" panose="00000500000000000000" pitchFamily="2" charset="0"/>
                  <a:ea typeface="DM Sans"/>
                  <a:cs typeface="DM Sans"/>
                  <a:sym typeface="DM Sans"/>
                </a:rPr>
                <a:t>khách</a:t>
              </a:r>
              <a:r>
                <a:rPr lang="en-US" sz="2506" b="0" i="0" u="none" strike="noStrike" cap="none" dirty="0">
                  <a:solidFill>
                    <a:srgbClr val="334155"/>
                  </a:solidFill>
                  <a:latin typeface="Merriweather" panose="00000500000000000000" pitchFamily="2" charset="0"/>
                  <a:ea typeface="DM Sans"/>
                  <a:cs typeface="DM Sans"/>
                  <a:sym typeface="DM Sans"/>
                </a:rPr>
                <a:t> </a:t>
              </a:r>
              <a:r>
                <a:rPr lang="en-US" sz="2506" b="0" i="0" u="none" strike="noStrike" cap="none" dirty="0" err="1">
                  <a:solidFill>
                    <a:srgbClr val="334155"/>
                  </a:solidFill>
                  <a:latin typeface="Merriweather" panose="00000500000000000000" pitchFamily="2" charset="0"/>
                  <a:ea typeface="DM Sans"/>
                  <a:cs typeface="DM Sans"/>
                  <a:sym typeface="DM Sans"/>
                </a:rPr>
                <a:t>quan</a:t>
              </a:r>
              <a:r>
                <a:rPr lang="en-US" sz="2506" b="0" i="0" u="none" strike="noStrike" cap="none" dirty="0">
                  <a:solidFill>
                    <a:srgbClr val="334155"/>
                  </a:solidFill>
                  <a:latin typeface="Merriweather" panose="00000500000000000000" pitchFamily="2" charset="0"/>
                  <a:ea typeface="DM Sans"/>
                  <a:cs typeface="DM Sans"/>
                  <a:sym typeface="DM Sans"/>
                </a:rPr>
                <a:t>.</a:t>
              </a:r>
              <a:endParaRPr sz="2126" dirty="0">
                <a:latin typeface="Merriweather" panose="00000500000000000000" pitchFamily="2" charset="0"/>
              </a:endParaRPr>
            </a:p>
          </p:txBody>
        </p:sp>
        <p:pic>
          <p:nvPicPr>
            <p:cNvPr id="150" name="Google Shape;150;p18" descr="image.png"/>
            <p:cNvPicPr preferRelativeResize="0"/>
            <p:nvPr/>
          </p:nvPicPr>
          <p:blipFill rotWithShape="1">
            <a:blip r:embed="rId4">
              <a:alphaModFix/>
            </a:blip>
            <a:srcRect/>
            <a:stretch/>
          </p:blipFill>
          <p:spPr>
            <a:xfrm>
              <a:off x="289775" y="5280272"/>
              <a:ext cx="304963" cy="410027"/>
            </a:xfrm>
            <a:prstGeom prst="rect">
              <a:avLst/>
            </a:prstGeom>
            <a:noFill/>
            <a:ln>
              <a:noFill/>
            </a:ln>
          </p:spPr>
        </p:pic>
      </p:grpSp>
      <p:pic>
        <p:nvPicPr>
          <p:cNvPr id="151" name="Google Shape;151;p18"/>
          <p:cNvPicPr preferRelativeResize="0"/>
          <p:nvPr/>
        </p:nvPicPr>
        <p:blipFill>
          <a:blip r:embed="rId5">
            <a:alphaModFix/>
          </a:blip>
          <a:stretch>
            <a:fillRect/>
          </a:stretch>
        </p:blipFill>
        <p:spPr>
          <a:xfrm>
            <a:off x="6515850" y="1762125"/>
            <a:ext cx="5647650" cy="3333750"/>
          </a:xfrm>
          <a:prstGeom prst="rect">
            <a:avLst/>
          </a:prstGeom>
          <a:noFill/>
          <a:ln>
            <a:noFill/>
          </a:ln>
        </p:spPr>
      </p:pic>
      <p:sp>
        <p:nvSpPr>
          <p:cNvPr id="3" name="Google Shape;158;p19">
            <a:extLst>
              <a:ext uri="{FF2B5EF4-FFF2-40B4-BE49-F238E27FC236}">
                <a16:creationId xmlns:a16="http://schemas.microsoft.com/office/drawing/2014/main" id="{3823C65C-17EF-BBCE-DB5E-FCB563A3E62C}"/>
              </a:ext>
            </a:extLst>
          </p:cNvPr>
          <p:cNvSpPr txBox="1"/>
          <p:nvPr/>
        </p:nvSpPr>
        <p:spPr>
          <a:xfrm>
            <a:off x="-18655189" y="3155139"/>
            <a:ext cx="7820977" cy="1524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800" b="1" i="0" u="none" strike="noStrike" cap="none" dirty="0" err="1">
                <a:solidFill>
                  <a:srgbClr val="003366"/>
                </a:solidFill>
                <a:latin typeface="Merriweather"/>
                <a:ea typeface="Merriweather"/>
                <a:cs typeface="Merriweather"/>
                <a:sym typeface="Merriweather"/>
              </a:rPr>
              <a:t>Bản</a:t>
            </a:r>
            <a:r>
              <a:rPr lang="en-US" sz="4800" b="1" i="0" u="none" strike="noStrike" cap="none" dirty="0">
                <a:solidFill>
                  <a:srgbClr val="003366"/>
                </a:solidFill>
                <a:latin typeface="Merriweather"/>
                <a:ea typeface="Merriweather"/>
                <a:cs typeface="Merriweather"/>
                <a:sym typeface="Merriweather"/>
              </a:rPr>
              <a:t> </a:t>
            </a:r>
            <a:r>
              <a:rPr lang="en-US" sz="4800" b="1" i="0" u="none" strike="noStrike" cap="none" dirty="0" err="1">
                <a:solidFill>
                  <a:srgbClr val="003366"/>
                </a:solidFill>
                <a:latin typeface="Merriweather"/>
                <a:ea typeface="Merriweather"/>
                <a:cs typeface="Merriweather"/>
                <a:sym typeface="Merriweather"/>
              </a:rPr>
              <a:t>chất</a:t>
            </a:r>
            <a:r>
              <a:rPr lang="en-US" sz="4800" b="1" i="0" u="none" strike="noStrike" cap="none" dirty="0">
                <a:solidFill>
                  <a:srgbClr val="003366"/>
                </a:solidFill>
                <a:latin typeface="Merriweather"/>
                <a:ea typeface="Merriweather"/>
                <a:cs typeface="Merriweather"/>
                <a:sym typeface="Merriweather"/>
              </a:rPr>
              <a:t> </a:t>
            </a:r>
            <a:r>
              <a:rPr lang="en-US" sz="4800" b="1" i="0" u="none" strike="noStrike" cap="none" dirty="0" err="1">
                <a:solidFill>
                  <a:srgbClr val="003366"/>
                </a:solidFill>
                <a:latin typeface="Merriweather"/>
                <a:ea typeface="Merriweather"/>
                <a:cs typeface="Merriweather"/>
                <a:sym typeface="Merriweather"/>
              </a:rPr>
              <a:t>và</a:t>
            </a:r>
            <a:r>
              <a:rPr lang="en-US" sz="4800" b="1" i="0" u="none" strike="noStrike" cap="none" dirty="0">
                <a:solidFill>
                  <a:srgbClr val="003366"/>
                </a:solidFill>
                <a:latin typeface="Merriweather"/>
                <a:ea typeface="Merriweather"/>
                <a:cs typeface="Merriweather"/>
                <a:sym typeface="Merriweather"/>
              </a:rPr>
              <a:t> </a:t>
            </a:r>
            <a:r>
              <a:rPr lang="en-US" sz="4800" b="1" i="0" u="none" strike="noStrike" cap="none" dirty="0" err="1">
                <a:solidFill>
                  <a:srgbClr val="003366"/>
                </a:solidFill>
                <a:latin typeface="Merriweather"/>
                <a:ea typeface="Merriweather"/>
                <a:cs typeface="Merriweather"/>
                <a:sym typeface="Merriweather"/>
              </a:rPr>
              <a:t>các</a:t>
            </a:r>
            <a:r>
              <a:rPr lang="en-US" sz="4800" b="1" i="0" u="none" strike="noStrike" cap="none" dirty="0">
                <a:solidFill>
                  <a:srgbClr val="003366"/>
                </a:solidFill>
                <a:latin typeface="Merriweather"/>
                <a:ea typeface="Merriweather"/>
                <a:cs typeface="Merriweather"/>
                <a:sym typeface="Merriweather"/>
              </a:rPr>
              <a:t> </a:t>
            </a:r>
            <a:r>
              <a:rPr lang="en-US" sz="4800" b="1" i="0" u="none" strike="noStrike" cap="none" dirty="0" err="1">
                <a:solidFill>
                  <a:srgbClr val="003366"/>
                </a:solidFill>
                <a:latin typeface="Merriweather"/>
                <a:ea typeface="Merriweather"/>
                <a:cs typeface="Merriweather"/>
                <a:sym typeface="Merriweather"/>
              </a:rPr>
              <a:t>tính</a:t>
            </a:r>
            <a:r>
              <a:rPr lang="en-US" sz="4800" b="1" i="0" u="none" strike="noStrike" cap="none" dirty="0">
                <a:solidFill>
                  <a:srgbClr val="003366"/>
                </a:solidFill>
                <a:latin typeface="Merriweather"/>
                <a:ea typeface="Merriweather"/>
                <a:cs typeface="Merriweather"/>
                <a:sym typeface="Merriweather"/>
              </a:rPr>
              <a:t> </a:t>
            </a:r>
            <a:r>
              <a:rPr lang="en-US" sz="4800" b="1" i="0" u="none" strike="noStrike" cap="none" dirty="0" err="1">
                <a:solidFill>
                  <a:srgbClr val="003366"/>
                </a:solidFill>
                <a:latin typeface="Merriweather"/>
                <a:ea typeface="Merriweather"/>
                <a:cs typeface="Merriweather"/>
                <a:sym typeface="Merriweather"/>
              </a:rPr>
              <a:t>chất</a:t>
            </a:r>
            <a:br>
              <a:rPr lang="en-US" sz="1800" b="0" i="0" u="none" strike="noStrike" cap="none" dirty="0">
                <a:solidFill>
                  <a:schemeClr val="dk1"/>
                </a:solidFill>
                <a:latin typeface="Calibri"/>
                <a:ea typeface="Calibri"/>
                <a:cs typeface="Calibri"/>
                <a:sym typeface="Calibri"/>
              </a:rPr>
            </a:br>
            <a:r>
              <a:rPr lang="en-US" sz="4800" b="1" i="0" u="none" strike="noStrike" cap="none" dirty="0">
                <a:solidFill>
                  <a:srgbClr val="003366"/>
                </a:solidFill>
                <a:latin typeface="Merriweather"/>
                <a:ea typeface="Merriweather"/>
                <a:cs typeface="Merriweather"/>
                <a:sym typeface="Merriweather"/>
              </a:rPr>
              <a:t> </a:t>
            </a:r>
            <a:r>
              <a:rPr lang="en-US" sz="4800" b="1" i="0" u="none" strike="noStrike" cap="none" dirty="0" err="1">
                <a:solidFill>
                  <a:srgbClr val="003366"/>
                </a:solidFill>
                <a:latin typeface="Merriweather"/>
                <a:ea typeface="Merriweather"/>
                <a:cs typeface="Merriweather"/>
                <a:sym typeface="Merriweather"/>
              </a:rPr>
              <a:t>của</a:t>
            </a:r>
            <a:endParaRPr dirty="0"/>
          </a:p>
        </p:txBody>
      </p:sp>
      <p:sp>
        <p:nvSpPr>
          <p:cNvPr id="4" name="Google Shape;158;p19">
            <a:extLst>
              <a:ext uri="{FF2B5EF4-FFF2-40B4-BE49-F238E27FC236}">
                <a16:creationId xmlns:a16="http://schemas.microsoft.com/office/drawing/2014/main" id="{0A4D5974-8155-63B0-1585-F74F50D8DD78}"/>
              </a:ext>
            </a:extLst>
          </p:cNvPr>
          <p:cNvSpPr txBox="1"/>
          <p:nvPr/>
        </p:nvSpPr>
        <p:spPr>
          <a:xfrm>
            <a:off x="59399012" y="2986143"/>
            <a:ext cx="7820977" cy="738664"/>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800" b="1" i="0" u="none" strike="noStrike" cap="none" dirty="0" err="1">
                <a:solidFill>
                  <a:srgbClr val="003366"/>
                </a:solidFill>
                <a:latin typeface="Merriweather"/>
                <a:ea typeface="Merriweather"/>
                <a:cs typeface="Merriweather"/>
                <a:sym typeface="Merriweather"/>
              </a:rPr>
              <a:t>Chân</a:t>
            </a:r>
            <a:r>
              <a:rPr lang="en-US" sz="4800" b="1" i="0" u="none" strike="noStrike" cap="none" dirty="0">
                <a:solidFill>
                  <a:srgbClr val="003366"/>
                </a:solidFill>
                <a:latin typeface="Merriweather"/>
                <a:ea typeface="Merriweather"/>
                <a:cs typeface="Merriweather"/>
                <a:sym typeface="Merriweather"/>
              </a:rPr>
              <a:t> </a:t>
            </a:r>
            <a:r>
              <a:rPr lang="en-US" sz="4800" b="1" i="0" u="none" strike="noStrike" cap="none" dirty="0" err="1">
                <a:solidFill>
                  <a:srgbClr val="003366"/>
                </a:solidFill>
                <a:latin typeface="Merriweather"/>
                <a:ea typeface="Merriweather"/>
                <a:cs typeface="Merriweather"/>
                <a:sym typeface="Merriweather"/>
              </a:rPr>
              <a:t>lý</a:t>
            </a:r>
            <a:endParaRPr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9E5"/>
        </a:solidFill>
        <a:effectLst/>
      </p:bgPr>
    </p:bg>
    <p:spTree>
      <p:nvGrpSpPr>
        <p:cNvPr id="1" name="Shape 155"/>
        <p:cNvGrpSpPr/>
        <p:nvPr/>
      </p:nvGrpSpPr>
      <p:grpSpPr>
        <a:xfrm>
          <a:off x="0" y="0"/>
          <a:ext cx="0" cy="0"/>
          <a:chOff x="0" y="0"/>
          <a:chExt cx="0" cy="0"/>
        </a:xfrm>
      </p:grpSpPr>
      <p:pic>
        <p:nvPicPr>
          <p:cNvPr id="156" name="Google Shape;156;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57" name="Google Shape;157;p19"/>
          <p:cNvSpPr/>
          <p:nvPr/>
        </p:nvSpPr>
        <p:spPr>
          <a:xfrm>
            <a:off x="5381625" y="2543175"/>
            <a:ext cx="1428750" cy="57150"/>
          </a:xfrm>
          <a:prstGeom prst="rect">
            <a:avLst/>
          </a:prstGeom>
          <a:solidFill>
            <a:srgbClr val="D4AF3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8" name="Google Shape;158;p19"/>
          <p:cNvSpPr txBox="1"/>
          <p:nvPr/>
        </p:nvSpPr>
        <p:spPr>
          <a:xfrm>
            <a:off x="2185511" y="2790825"/>
            <a:ext cx="7820977" cy="1524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800" b="1" i="0" u="none" strike="noStrike" cap="none" dirty="0" err="1">
                <a:solidFill>
                  <a:srgbClr val="003366"/>
                </a:solidFill>
                <a:latin typeface="Merriweather"/>
                <a:ea typeface="Merriweather"/>
                <a:cs typeface="Merriweather"/>
                <a:sym typeface="Merriweather"/>
              </a:rPr>
              <a:t>Bản</a:t>
            </a:r>
            <a:r>
              <a:rPr lang="en-US" sz="4800" b="1" i="0" u="none" strike="noStrike" cap="none" dirty="0">
                <a:solidFill>
                  <a:srgbClr val="003366"/>
                </a:solidFill>
                <a:latin typeface="Merriweather"/>
                <a:ea typeface="Merriweather"/>
                <a:cs typeface="Merriweather"/>
                <a:sym typeface="Merriweather"/>
              </a:rPr>
              <a:t> </a:t>
            </a:r>
            <a:r>
              <a:rPr lang="en-US" sz="4800" b="1" i="0" u="none" strike="noStrike" cap="none" dirty="0" err="1">
                <a:solidFill>
                  <a:srgbClr val="003366"/>
                </a:solidFill>
                <a:latin typeface="Merriweather"/>
                <a:ea typeface="Merriweather"/>
                <a:cs typeface="Merriweather"/>
                <a:sym typeface="Merriweather"/>
              </a:rPr>
              <a:t>chất</a:t>
            </a:r>
            <a:r>
              <a:rPr lang="en-US" sz="4800" b="1" i="0" u="none" strike="noStrike" cap="none" dirty="0">
                <a:solidFill>
                  <a:srgbClr val="003366"/>
                </a:solidFill>
                <a:latin typeface="Merriweather"/>
                <a:ea typeface="Merriweather"/>
                <a:cs typeface="Merriweather"/>
                <a:sym typeface="Merriweather"/>
              </a:rPr>
              <a:t> </a:t>
            </a:r>
            <a:r>
              <a:rPr lang="en-US" sz="4800" b="1" i="0" u="none" strike="noStrike" cap="none" dirty="0" err="1">
                <a:solidFill>
                  <a:srgbClr val="003366"/>
                </a:solidFill>
                <a:latin typeface="Merriweather"/>
                <a:ea typeface="Merriweather"/>
                <a:cs typeface="Merriweather"/>
                <a:sym typeface="Merriweather"/>
              </a:rPr>
              <a:t>và</a:t>
            </a:r>
            <a:r>
              <a:rPr lang="en-US" sz="4800" b="1" i="0" u="none" strike="noStrike" cap="none" dirty="0">
                <a:solidFill>
                  <a:srgbClr val="003366"/>
                </a:solidFill>
                <a:latin typeface="Merriweather"/>
                <a:ea typeface="Merriweather"/>
                <a:cs typeface="Merriweather"/>
                <a:sym typeface="Merriweather"/>
              </a:rPr>
              <a:t> </a:t>
            </a:r>
            <a:r>
              <a:rPr lang="en-US" sz="4800" b="1" i="0" u="none" strike="noStrike" cap="none" dirty="0" err="1">
                <a:solidFill>
                  <a:srgbClr val="003366"/>
                </a:solidFill>
                <a:latin typeface="Merriweather"/>
                <a:ea typeface="Merriweather"/>
                <a:cs typeface="Merriweather"/>
                <a:sym typeface="Merriweather"/>
              </a:rPr>
              <a:t>các</a:t>
            </a:r>
            <a:r>
              <a:rPr lang="en-US" sz="4800" b="1" i="0" u="none" strike="noStrike" cap="none" dirty="0">
                <a:solidFill>
                  <a:srgbClr val="003366"/>
                </a:solidFill>
                <a:latin typeface="Merriweather"/>
                <a:ea typeface="Merriweather"/>
                <a:cs typeface="Merriweather"/>
                <a:sym typeface="Merriweather"/>
              </a:rPr>
              <a:t> </a:t>
            </a:r>
            <a:r>
              <a:rPr lang="en-US" sz="4800" b="1" i="0" u="none" strike="noStrike" cap="none" dirty="0" err="1">
                <a:solidFill>
                  <a:srgbClr val="003366"/>
                </a:solidFill>
                <a:latin typeface="Merriweather"/>
                <a:ea typeface="Merriweather"/>
                <a:cs typeface="Merriweather"/>
                <a:sym typeface="Merriweather"/>
              </a:rPr>
              <a:t>tính</a:t>
            </a:r>
            <a:r>
              <a:rPr lang="en-US" sz="4800" b="1" i="0" u="none" strike="noStrike" cap="none" dirty="0">
                <a:solidFill>
                  <a:srgbClr val="003366"/>
                </a:solidFill>
                <a:latin typeface="Merriweather"/>
                <a:ea typeface="Merriweather"/>
                <a:cs typeface="Merriweather"/>
                <a:sym typeface="Merriweather"/>
              </a:rPr>
              <a:t> </a:t>
            </a:r>
            <a:r>
              <a:rPr lang="en-US" sz="4800" b="1" i="0" u="none" strike="noStrike" cap="none" dirty="0" err="1">
                <a:solidFill>
                  <a:srgbClr val="003366"/>
                </a:solidFill>
                <a:latin typeface="Merriweather"/>
                <a:ea typeface="Merriweather"/>
                <a:cs typeface="Merriweather"/>
                <a:sym typeface="Merriweather"/>
              </a:rPr>
              <a:t>chất</a:t>
            </a:r>
            <a:br>
              <a:rPr lang="en-US" sz="1800" b="0" i="0" u="none" strike="noStrike" cap="none" dirty="0">
                <a:solidFill>
                  <a:schemeClr val="dk1"/>
                </a:solidFill>
                <a:latin typeface="Calibri"/>
                <a:ea typeface="Calibri"/>
                <a:cs typeface="Calibri"/>
                <a:sym typeface="Calibri"/>
              </a:rPr>
            </a:br>
            <a:r>
              <a:rPr lang="en-US" sz="4800" b="1" i="0" u="none" strike="noStrike" cap="none" dirty="0">
                <a:solidFill>
                  <a:srgbClr val="003366"/>
                </a:solidFill>
                <a:latin typeface="Merriweather"/>
                <a:ea typeface="Merriweather"/>
                <a:cs typeface="Merriweather"/>
                <a:sym typeface="Merriweather"/>
              </a:rPr>
              <a:t> </a:t>
            </a:r>
            <a:r>
              <a:rPr lang="en-US" sz="4800" b="1" i="0" u="none" strike="noStrike" cap="none" dirty="0" err="1">
                <a:solidFill>
                  <a:srgbClr val="003366"/>
                </a:solidFill>
                <a:latin typeface="Merriweather"/>
                <a:ea typeface="Merriweather"/>
                <a:cs typeface="Merriweather"/>
                <a:sym typeface="Merriweather"/>
              </a:rPr>
              <a:t>của</a:t>
            </a:r>
            <a:r>
              <a:rPr lang="en-US" sz="4800" b="1" i="0" u="none" strike="noStrike" cap="none" dirty="0">
                <a:solidFill>
                  <a:srgbClr val="003366"/>
                </a:solidFill>
                <a:latin typeface="Merriweather"/>
                <a:ea typeface="Merriweather"/>
                <a:cs typeface="Merriweather"/>
                <a:sym typeface="Merriweather"/>
              </a:rPr>
              <a:t> </a:t>
            </a:r>
            <a:r>
              <a:rPr lang="en-US" sz="4800" b="1" i="0" u="none" strike="noStrike" cap="none" dirty="0" err="1">
                <a:solidFill>
                  <a:srgbClr val="003366"/>
                </a:solidFill>
                <a:latin typeface="Merriweather"/>
                <a:ea typeface="Merriweather"/>
                <a:cs typeface="Merriweather"/>
                <a:sym typeface="Merriweather"/>
              </a:rPr>
              <a:t>Chân</a:t>
            </a:r>
            <a:r>
              <a:rPr lang="en-US" sz="4800" b="1" i="0" u="none" strike="noStrike" cap="none" dirty="0">
                <a:solidFill>
                  <a:srgbClr val="003366"/>
                </a:solidFill>
                <a:latin typeface="Merriweather"/>
                <a:ea typeface="Merriweather"/>
                <a:cs typeface="Merriweather"/>
                <a:sym typeface="Merriweather"/>
              </a:rPr>
              <a:t> </a:t>
            </a:r>
            <a:r>
              <a:rPr lang="en-US" sz="4800" b="1" i="0" u="none" strike="noStrike" cap="none" dirty="0" err="1">
                <a:solidFill>
                  <a:srgbClr val="003366"/>
                </a:solidFill>
                <a:latin typeface="Merriweather"/>
                <a:ea typeface="Merriweather"/>
                <a:cs typeface="Merriweather"/>
                <a:sym typeface="Merriweather"/>
              </a:rPr>
              <a:t>lý</a:t>
            </a:r>
            <a:endParaRPr dirty="0"/>
          </a:p>
        </p:txBody>
      </p:sp>
      <p:pic>
        <p:nvPicPr>
          <p:cNvPr id="2" name="Google Shape;170;p20">
            <a:extLst>
              <a:ext uri="{FF2B5EF4-FFF2-40B4-BE49-F238E27FC236}">
                <a16:creationId xmlns:a16="http://schemas.microsoft.com/office/drawing/2014/main" id="{DD6CAD13-1CA4-163C-D652-9ECED6301EF6}"/>
              </a:ext>
            </a:extLst>
          </p:cNvPr>
          <p:cNvPicPr preferRelativeResize="0"/>
          <p:nvPr/>
        </p:nvPicPr>
        <p:blipFill>
          <a:blip r:embed="rId4">
            <a:alphaModFix/>
          </a:blip>
          <a:stretch>
            <a:fillRect/>
          </a:stretch>
        </p:blipFill>
        <p:spPr>
          <a:xfrm>
            <a:off x="-3624325" y="7381750"/>
            <a:ext cx="5209175" cy="6763951"/>
          </a:xfrm>
          <a:prstGeom prst="rect">
            <a:avLst/>
          </a:prstGeom>
          <a:noFill/>
          <a:ln>
            <a:noFill/>
          </a:ln>
        </p:spPr>
      </p:pic>
      <p:sp>
        <p:nvSpPr>
          <p:cNvPr id="3" name="Google Shape;166;p20">
            <a:extLst>
              <a:ext uri="{FF2B5EF4-FFF2-40B4-BE49-F238E27FC236}">
                <a16:creationId xmlns:a16="http://schemas.microsoft.com/office/drawing/2014/main" id="{C91910A1-2F39-EB22-8A83-A00164AB67B6}"/>
              </a:ext>
            </a:extLst>
          </p:cNvPr>
          <p:cNvSpPr txBox="1"/>
          <p:nvPr/>
        </p:nvSpPr>
        <p:spPr>
          <a:xfrm>
            <a:off x="4968075" y="7624834"/>
            <a:ext cx="7639200" cy="100950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050" b="1" i="0" u="none" strike="noStrike" cap="none" dirty="0" err="1">
                <a:solidFill>
                  <a:srgbClr val="334155"/>
                </a:solidFill>
                <a:latin typeface="Merriweather" panose="00000500000000000000" pitchFamily="2" charset="0"/>
                <a:ea typeface="DM Sans"/>
                <a:cs typeface="DM Sans"/>
                <a:sym typeface="DM Sans"/>
              </a:rPr>
              <a:t>Tính</a:t>
            </a:r>
            <a:r>
              <a:rPr lang="en-US" sz="2050" b="1" i="0" u="none" strike="noStrike" cap="none" dirty="0">
                <a:solidFill>
                  <a:srgbClr val="334155"/>
                </a:solidFill>
                <a:latin typeface="Merriweather" panose="00000500000000000000" pitchFamily="2" charset="0"/>
                <a:ea typeface="DM Sans"/>
                <a:cs typeface="DM Sans"/>
                <a:sym typeface="DM Sans"/>
              </a:rPr>
              <a:t> </a:t>
            </a:r>
            <a:r>
              <a:rPr lang="en-US" sz="2050" b="1" i="0" u="none" strike="noStrike" cap="none" dirty="0" err="1">
                <a:solidFill>
                  <a:srgbClr val="334155"/>
                </a:solidFill>
                <a:latin typeface="Merriweather" panose="00000500000000000000" pitchFamily="2" charset="0"/>
                <a:ea typeface="DM Sans"/>
                <a:cs typeface="DM Sans"/>
                <a:sym typeface="DM Sans"/>
              </a:rPr>
              <a:t>Khách</a:t>
            </a:r>
            <a:r>
              <a:rPr lang="en-US" sz="2050" b="1" i="0" u="none" strike="noStrike" cap="none" dirty="0">
                <a:solidFill>
                  <a:srgbClr val="334155"/>
                </a:solidFill>
                <a:latin typeface="Merriweather" panose="00000500000000000000" pitchFamily="2" charset="0"/>
                <a:ea typeface="DM Sans"/>
                <a:cs typeface="DM Sans"/>
                <a:sym typeface="DM Sans"/>
              </a:rPr>
              <a:t> </a:t>
            </a:r>
            <a:r>
              <a:rPr lang="en-US" sz="2050" b="1" i="0" u="none" strike="noStrike" cap="none" dirty="0" err="1">
                <a:solidFill>
                  <a:srgbClr val="334155"/>
                </a:solidFill>
                <a:latin typeface="Merriweather" panose="00000500000000000000" pitchFamily="2" charset="0"/>
                <a:ea typeface="DM Sans"/>
                <a:cs typeface="DM Sans"/>
                <a:sym typeface="DM Sans"/>
              </a:rPr>
              <a:t>quan</a:t>
            </a:r>
            <a:r>
              <a:rPr lang="en-US" sz="2050" b="1" i="0" u="none" strike="noStrike" cap="none" dirty="0">
                <a:solidFill>
                  <a:srgbClr val="334155"/>
                </a:solidFill>
                <a:latin typeface="Merriweather" panose="00000500000000000000" pitchFamily="2" charset="0"/>
                <a:ea typeface="DM Sans"/>
                <a:cs typeface="DM Sans"/>
                <a:sym typeface="DM Sans"/>
              </a:rPr>
              <a:t>:</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Nội</a:t>
            </a:r>
            <a:r>
              <a:rPr lang="en-US" sz="2050" b="0" i="0" u="none" strike="noStrike" cap="none" dirty="0">
                <a:solidFill>
                  <a:srgbClr val="334155"/>
                </a:solidFill>
                <a:latin typeface="Merriweather" panose="00000500000000000000" pitchFamily="2" charset="0"/>
                <a:ea typeface="DM Sans"/>
                <a:cs typeface="DM Sans"/>
                <a:sym typeface="DM Sans"/>
              </a:rPr>
              <a:t> dung </a:t>
            </a:r>
            <a:r>
              <a:rPr lang="en-US" sz="2050" b="0" i="0" u="none" strike="noStrike" cap="none" dirty="0" err="1">
                <a:solidFill>
                  <a:srgbClr val="334155"/>
                </a:solidFill>
                <a:latin typeface="Merriweather" panose="00000500000000000000" pitchFamily="2" charset="0"/>
                <a:ea typeface="DM Sans"/>
                <a:cs typeface="DM Sans"/>
                <a:sym typeface="DM Sans"/>
              </a:rPr>
              <a:t>phản</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ánh</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đúng</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hiện</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thực</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không</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phụ</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thuộc</a:t>
            </a:r>
            <a:r>
              <a:rPr lang="en-US" sz="2050" b="0" i="0" u="none" strike="noStrike" cap="none" dirty="0">
                <a:solidFill>
                  <a:srgbClr val="334155"/>
                </a:solidFill>
                <a:latin typeface="Merriweather" panose="00000500000000000000" pitchFamily="2" charset="0"/>
                <a:ea typeface="DM Sans"/>
                <a:cs typeface="DM Sans"/>
                <a:sym typeface="DM Sans"/>
              </a:rPr>
              <a:t> con </a:t>
            </a:r>
            <a:r>
              <a:rPr lang="en-US" sz="2050" b="0" i="0" u="none" strike="noStrike" cap="none" dirty="0" err="1">
                <a:solidFill>
                  <a:srgbClr val="334155"/>
                </a:solidFill>
                <a:latin typeface="Merriweather" panose="00000500000000000000" pitchFamily="2" charset="0"/>
                <a:ea typeface="DM Sans"/>
                <a:cs typeface="DM Sans"/>
                <a:sym typeface="DM Sans"/>
              </a:rPr>
              <a:t>người</a:t>
            </a:r>
            <a:r>
              <a:rPr lang="en-US" sz="2050" b="0" i="0" u="none" strike="noStrike" cap="none" dirty="0">
                <a:solidFill>
                  <a:srgbClr val="334155"/>
                </a:solidFill>
                <a:latin typeface="Merriweather" panose="00000500000000000000" pitchFamily="2" charset="0"/>
                <a:ea typeface="DM Sans"/>
                <a:cs typeface="DM Sans"/>
                <a:sym typeface="DM Sans"/>
              </a:rPr>
              <a:t> hay </a:t>
            </a:r>
            <a:r>
              <a:rPr lang="en-US" sz="2050" b="0" i="0" u="none" strike="noStrike" cap="none" dirty="0" err="1">
                <a:solidFill>
                  <a:srgbClr val="334155"/>
                </a:solidFill>
                <a:latin typeface="Merriweather" panose="00000500000000000000" pitchFamily="2" charset="0"/>
                <a:ea typeface="DM Sans"/>
                <a:cs typeface="DM Sans"/>
                <a:sym typeface="DM Sans"/>
              </a:rPr>
              <a:t>số</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đông</a:t>
            </a:r>
            <a:r>
              <a:rPr lang="en-US" sz="2050" b="0" i="0" u="none" strike="noStrike" cap="none" dirty="0">
                <a:solidFill>
                  <a:srgbClr val="334155"/>
                </a:solidFill>
                <a:latin typeface="Merriweather" panose="00000500000000000000" pitchFamily="2" charset="0"/>
                <a:ea typeface="DM Sans"/>
                <a:cs typeface="DM Sans"/>
                <a:sym typeface="DM Sans"/>
              </a:rPr>
              <a:t>.</a:t>
            </a:r>
            <a:endParaRPr sz="1800" dirty="0">
              <a:latin typeface="Merriweather" panose="00000500000000000000" pitchFamily="2" charset="0"/>
            </a:endParaRPr>
          </a:p>
        </p:txBody>
      </p:sp>
      <p:sp>
        <p:nvSpPr>
          <p:cNvPr id="4" name="Google Shape;167;p20">
            <a:extLst>
              <a:ext uri="{FF2B5EF4-FFF2-40B4-BE49-F238E27FC236}">
                <a16:creationId xmlns:a16="http://schemas.microsoft.com/office/drawing/2014/main" id="{D78FDEC3-8330-8C2A-D659-1DF4E382DEAE}"/>
              </a:ext>
            </a:extLst>
          </p:cNvPr>
          <p:cNvSpPr txBox="1"/>
          <p:nvPr/>
        </p:nvSpPr>
        <p:spPr>
          <a:xfrm>
            <a:off x="7390125" y="10264780"/>
            <a:ext cx="6257100" cy="100950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050" b="1" i="0" u="none" strike="noStrike" cap="none" dirty="0" err="1">
                <a:solidFill>
                  <a:srgbClr val="334155"/>
                </a:solidFill>
                <a:latin typeface="Merriweather" panose="00000500000000000000" pitchFamily="2" charset="0"/>
                <a:ea typeface="DM Sans"/>
                <a:cs typeface="DM Sans"/>
                <a:sym typeface="DM Sans"/>
              </a:rPr>
              <a:t>Tính</a:t>
            </a:r>
            <a:r>
              <a:rPr lang="en-US" sz="2050" b="1" i="0" u="none" strike="noStrike" cap="none" dirty="0">
                <a:solidFill>
                  <a:srgbClr val="334155"/>
                </a:solidFill>
                <a:latin typeface="Merriweather" panose="00000500000000000000" pitchFamily="2" charset="0"/>
                <a:ea typeface="DM Sans"/>
                <a:cs typeface="DM Sans"/>
                <a:sym typeface="DM Sans"/>
              </a:rPr>
              <a:t> </a:t>
            </a:r>
            <a:r>
              <a:rPr lang="en-US" sz="2050" b="1" i="0" u="none" strike="noStrike" cap="none" dirty="0" err="1">
                <a:solidFill>
                  <a:srgbClr val="334155"/>
                </a:solidFill>
                <a:latin typeface="Merriweather" panose="00000500000000000000" pitchFamily="2" charset="0"/>
                <a:ea typeface="DM Sans"/>
                <a:cs typeface="DM Sans"/>
                <a:sym typeface="DM Sans"/>
              </a:rPr>
              <a:t>Cụ</a:t>
            </a:r>
            <a:r>
              <a:rPr lang="en-US" sz="2050" b="1" i="0" u="none" strike="noStrike" cap="none" dirty="0">
                <a:solidFill>
                  <a:srgbClr val="334155"/>
                </a:solidFill>
                <a:latin typeface="Merriweather" panose="00000500000000000000" pitchFamily="2" charset="0"/>
                <a:ea typeface="DM Sans"/>
                <a:cs typeface="DM Sans"/>
                <a:sym typeface="DM Sans"/>
              </a:rPr>
              <a:t> </a:t>
            </a:r>
            <a:r>
              <a:rPr lang="en-US" sz="2050" b="1" i="0" u="none" strike="noStrike" cap="none" dirty="0" err="1">
                <a:solidFill>
                  <a:srgbClr val="334155"/>
                </a:solidFill>
                <a:latin typeface="Merriweather" panose="00000500000000000000" pitchFamily="2" charset="0"/>
                <a:ea typeface="DM Sans"/>
                <a:cs typeface="DM Sans"/>
                <a:sym typeface="DM Sans"/>
              </a:rPr>
              <a:t>thể</a:t>
            </a:r>
            <a:r>
              <a:rPr lang="en-US" sz="2050" b="1" i="0" u="none" strike="noStrike" cap="none" dirty="0">
                <a:solidFill>
                  <a:srgbClr val="334155"/>
                </a:solidFill>
                <a:latin typeface="Merriweather" panose="00000500000000000000" pitchFamily="2" charset="0"/>
                <a:ea typeface="DM Sans"/>
                <a:cs typeface="DM Sans"/>
                <a:sym typeface="DM Sans"/>
              </a:rPr>
              <a:t>:</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Gắn</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liền</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điều</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kiện</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không</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gian</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thời</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gian</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và</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hoàn</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cảnh</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lịch</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sử</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xác</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định</a:t>
            </a:r>
            <a:r>
              <a:rPr lang="en-US" sz="2050" b="0" i="0" u="none" strike="noStrike" cap="none" dirty="0">
                <a:solidFill>
                  <a:srgbClr val="334155"/>
                </a:solidFill>
                <a:latin typeface="Merriweather" panose="00000500000000000000" pitchFamily="2" charset="0"/>
                <a:ea typeface="DM Sans"/>
                <a:cs typeface="DM Sans"/>
                <a:sym typeface="DM Sans"/>
              </a:rPr>
              <a:t>.</a:t>
            </a:r>
            <a:endParaRPr sz="1800" dirty="0">
              <a:latin typeface="Merriweather" panose="00000500000000000000" pitchFamily="2" charset="0"/>
            </a:endParaRPr>
          </a:p>
        </p:txBody>
      </p:sp>
      <p:sp>
        <p:nvSpPr>
          <p:cNvPr id="5" name="Google Shape;168;p20">
            <a:extLst>
              <a:ext uri="{FF2B5EF4-FFF2-40B4-BE49-F238E27FC236}">
                <a16:creationId xmlns:a16="http://schemas.microsoft.com/office/drawing/2014/main" id="{6EA128DA-C5F2-F77D-83F8-F2ED908BE43B}"/>
              </a:ext>
            </a:extLst>
          </p:cNvPr>
          <p:cNvSpPr txBox="1"/>
          <p:nvPr/>
        </p:nvSpPr>
        <p:spPr>
          <a:xfrm>
            <a:off x="12363825" y="12378783"/>
            <a:ext cx="6320400" cy="100950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050" b="1" i="0" u="none" strike="noStrike" cap="none" dirty="0" err="1">
                <a:solidFill>
                  <a:srgbClr val="334155"/>
                </a:solidFill>
                <a:latin typeface="Merriweather" panose="00000500000000000000" pitchFamily="2" charset="0"/>
                <a:ea typeface="DM Sans"/>
                <a:cs typeface="DM Sans"/>
                <a:sym typeface="DM Sans"/>
              </a:rPr>
              <a:t>Tính</a:t>
            </a:r>
            <a:r>
              <a:rPr lang="en-US" sz="2050" b="1" i="0" u="none" strike="noStrike" cap="none" dirty="0">
                <a:solidFill>
                  <a:srgbClr val="334155"/>
                </a:solidFill>
                <a:latin typeface="Merriweather" panose="00000500000000000000" pitchFamily="2" charset="0"/>
                <a:ea typeface="DM Sans"/>
                <a:cs typeface="DM Sans"/>
                <a:sym typeface="DM Sans"/>
              </a:rPr>
              <a:t> </a:t>
            </a:r>
            <a:r>
              <a:rPr lang="en-US" sz="2050" b="1" i="0" u="none" strike="noStrike" cap="none" dirty="0" err="1">
                <a:solidFill>
                  <a:srgbClr val="334155"/>
                </a:solidFill>
                <a:latin typeface="Merriweather" panose="00000500000000000000" pitchFamily="2" charset="0"/>
                <a:ea typeface="DM Sans"/>
                <a:cs typeface="DM Sans"/>
                <a:sym typeface="DM Sans"/>
              </a:rPr>
              <a:t>Tương</a:t>
            </a:r>
            <a:r>
              <a:rPr lang="en-US" sz="2050" b="1" i="0" u="none" strike="noStrike" cap="none" dirty="0">
                <a:solidFill>
                  <a:srgbClr val="334155"/>
                </a:solidFill>
                <a:latin typeface="Merriweather" panose="00000500000000000000" pitchFamily="2" charset="0"/>
                <a:ea typeface="DM Sans"/>
                <a:cs typeface="DM Sans"/>
                <a:sym typeface="DM Sans"/>
              </a:rPr>
              <a:t> </a:t>
            </a:r>
            <a:r>
              <a:rPr lang="en-US" sz="2050" b="1" i="0" u="none" strike="noStrike" cap="none" dirty="0" err="1">
                <a:solidFill>
                  <a:srgbClr val="334155"/>
                </a:solidFill>
                <a:latin typeface="Merriweather" panose="00000500000000000000" pitchFamily="2" charset="0"/>
                <a:ea typeface="DM Sans"/>
                <a:cs typeface="DM Sans"/>
                <a:sym typeface="DM Sans"/>
              </a:rPr>
              <a:t>đối</a:t>
            </a:r>
            <a:r>
              <a:rPr lang="en-US" sz="2050" b="1" i="0" u="none" strike="noStrike" cap="none" dirty="0">
                <a:solidFill>
                  <a:srgbClr val="334155"/>
                </a:solidFill>
                <a:latin typeface="Merriweather" panose="00000500000000000000" pitchFamily="2" charset="0"/>
                <a:ea typeface="DM Sans"/>
                <a:cs typeface="DM Sans"/>
                <a:sym typeface="DM Sans"/>
              </a:rPr>
              <a:t>:</a:t>
            </a:r>
            <a:r>
              <a:rPr lang="en-US" sz="2050" b="0" i="0" u="none" strike="noStrike" cap="none" dirty="0">
                <a:solidFill>
                  <a:srgbClr val="334155"/>
                </a:solidFill>
                <a:latin typeface="Merriweather" panose="00000500000000000000" pitchFamily="2" charset="0"/>
                <a:ea typeface="DM Sans"/>
                <a:cs typeface="DM Sans"/>
                <a:sym typeface="DM Sans"/>
              </a:rPr>
              <a:t> Phản </a:t>
            </a:r>
            <a:r>
              <a:rPr lang="en-US" sz="2050" b="0" i="0" u="none" strike="noStrike" cap="none" dirty="0" err="1">
                <a:solidFill>
                  <a:srgbClr val="334155"/>
                </a:solidFill>
                <a:latin typeface="Merriweather" panose="00000500000000000000" pitchFamily="2" charset="0"/>
                <a:ea typeface="DM Sans"/>
                <a:cs typeface="DM Sans"/>
                <a:sym typeface="DM Sans"/>
              </a:rPr>
              <a:t>ánh</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đúng</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nhưng</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chưa</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đầy</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đủ</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toàn</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diện</a:t>
            </a:r>
            <a:r>
              <a:rPr lang="en-US" sz="2050" b="0" i="0" u="none" strike="noStrike" cap="none" dirty="0">
                <a:solidFill>
                  <a:srgbClr val="334155"/>
                </a:solidFill>
                <a:latin typeface="Merriweather" panose="00000500000000000000" pitchFamily="2" charset="0"/>
                <a:ea typeface="DM Sans"/>
                <a:cs typeface="DM Sans"/>
                <a:sym typeface="DM Sans"/>
              </a:rPr>
              <a:t> ở </a:t>
            </a:r>
            <a:r>
              <a:rPr lang="en-US" sz="2050" b="0" i="0" u="none" strike="noStrike" cap="none" dirty="0" err="1">
                <a:solidFill>
                  <a:srgbClr val="334155"/>
                </a:solidFill>
                <a:latin typeface="Merriweather" panose="00000500000000000000" pitchFamily="2" charset="0"/>
                <a:ea typeface="DM Sans"/>
                <a:cs typeface="DM Sans"/>
                <a:sym typeface="DM Sans"/>
              </a:rPr>
              <a:t>một</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giai</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đoạn</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giới</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hạn</a:t>
            </a:r>
            <a:r>
              <a:rPr lang="en-US" sz="2050" b="0" i="0" u="none" strike="noStrike" cap="none" dirty="0">
                <a:solidFill>
                  <a:srgbClr val="334155"/>
                </a:solidFill>
                <a:latin typeface="Merriweather" panose="00000500000000000000" pitchFamily="2" charset="0"/>
                <a:ea typeface="DM Sans"/>
                <a:cs typeface="DM Sans"/>
                <a:sym typeface="DM Sans"/>
              </a:rPr>
              <a:t>.</a:t>
            </a:r>
            <a:endParaRPr sz="1800" dirty="0">
              <a:latin typeface="Merriweather" panose="00000500000000000000" pitchFamily="2" charset="0"/>
            </a:endParaRPr>
          </a:p>
        </p:txBody>
      </p:sp>
      <p:sp>
        <p:nvSpPr>
          <p:cNvPr id="6" name="Google Shape;169;p20">
            <a:extLst>
              <a:ext uri="{FF2B5EF4-FFF2-40B4-BE49-F238E27FC236}">
                <a16:creationId xmlns:a16="http://schemas.microsoft.com/office/drawing/2014/main" id="{1D70F9C7-9B03-A4B5-3DBF-4BE04D74A627}"/>
              </a:ext>
            </a:extLst>
          </p:cNvPr>
          <p:cNvSpPr txBox="1"/>
          <p:nvPr/>
        </p:nvSpPr>
        <p:spPr>
          <a:xfrm>
            <a:off x="15195675" y="14492786"/>
            <a:ext cx="6136500" cy="100950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050" b="1" i="0" u="none" strike="noStrike" cap="none" dirty="0" err="1">
                <a:solidFill>
                  <a:srgbClr val="334155"/>
                </a:solidFill>
                <a:latin typeface="Merriweather" panose="00000500000000000000" pitchFamily="2" charset="0"/>
                <a:ea typeface="DM Sans"/>
                <a:cs typeface="DM Sans"/>
                <a:sym typeface="DM Sans"/>
              </a:rPr>
              <a:t>Tính</a:t>
            </a:r>
            <a:r>
              <a:rPr lang="en-US" sz="2050" b="1" i="0" u="none" strike="noStrike" cap="none" dirty="0">
                <a:solidFill>
                  <a:srgbClr val="334155"/>
                </a:solidFill>
                <a:latin typeface="Merriweather" panose="00000500000000000000" pitchFamily="2" charset="0"/>
                <a:ea typeface="DM Sans"/>
                <a:cs typeface="DM Sans"/>
                <a:sym typeface="DM Sans"/>
              </a:rPr>
              <a:t> </a:t>
            </a:r>
            <a:r>
              <a:rPr lang="en-US" sz="2050" b="1" i="0" u="none" strike="noStrike" cap="none" dirty="0" err="1">
                <a:solidFill>
                  <a:srgbClr val="334155"/>
                </a:solidFill>
                <a:latin typeface="Merriweather" panose="00000500000000000000" pitchFamily="2" charset="0"/>
                <a:ea typeface="DM Sans"/>
                <a:cs typeface="DM Sans"/>
                <a:sym typeface="DM Sans"/>
              </a:rPr>
              <a:t>Tuyệt</a:t>
            </a:r>
            <a:r>
              <a:rPr lang="en-US" sz="2050" b="1" i="0" u="none" strike="noStrike" cap="none" dirty="0">
                <a:solidFill>
                  <a:srgbClr val="334155"/>
                </a:solidFill>
                <a:latin typeface="Merriweather" panose="00000500000000000000" pitchFamily="2" charset="0"/>
                <a:ea typeface="DM Sans"/>
                <a:cs typeface="DM Sans"/>
                <a:sym typeface="DM Sans"/>
              </a:rPr>
              <a:t> </a:t>
            </a:r>
            <a:r>
              <a:rPr lang="en-US" sz="2050" b="1" i="0" u="none" strike="noStrike" cap="none" dirty="0" err="1">
                <a:solidFill>
                  <a:srgbClr val="334155"/>
                </a:solidFill>
                <a:latin typeface="Merriweather" panose="00000500000000000000" pitchFamily="2" charset="0"/>
                <a:ea typeface="DM Sans"/>
                <a:cs typeface="DM Sans"/>
                <a:sym typeface="DM Sans"/>
              </a:rPr>
              <a:t>đối</a:t>
            </a:r>
            <a:r>
              <a:rPr lang="en-US" sz="2050" b="1" i="0" u="none" strike="noStrike" cap="none" dirty="0">
                <a:solidFill>
                  <a:srgbClr val="334155"/>
                </a:solidFill>
                <a:latin typeface="Merriweather" panose="00000500000000000000" pitchFamily="2" charset="0"/>
                <a:ea typeface="DM Sans"/>
                <a:cs typeface="DM Sans"/>
                <a:sym typeface="DM Sans"/>
              </a:rPr>
              <a:t>:</a:t>
            </a:r>
            <a:r>
              <a:rPr lang="en-US" sz="2050" b="0" i="0" u="none" strike="noStrike" cap="none" dirty="0">
                <a:solidFill>
                  <a:srgbClr val="334155"/>
                </a:solidFill>
                <a:latin typeface="Merriweather" panose="00000500000000000000" pitchFamily="2" charset="0"/>
                <a:ea typeface="DM Sans"/>
                <a:cs typeface="DM Sans"/>
                <a:sym typeface="DM Sans"/>
              </a:rPr>
              <a:t> Phản </a:t>
            </a:r>
            <a:r>
              <a:rPr lang="en-US" sz="2050" b="0" i="0" u="none" strike="noStrike" cap="none" dirty="0" err="1">
                <a:solidFill>
                  <a:srgbClr val="334155"/>
                </a:solidFill>
                <a:latin typeface="Merriweather" panose="00000500000000000000" pitchFamily="2" charset="0"/>
                <a:ea typeface="DM Sans"/>
                <a:cs typeface="DM Sans"/>
                <a:sym typeface="DM Sans"/>
              </a:rPr>
              <a:t>ánh</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đầy</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đủ</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hiện</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thực</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khách</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quan</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là</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tổng</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số</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các</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chân</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lý</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tương</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đối</a:t>
            </a:r>
            <a:r>
              <a:rPr lang="en-US" sz="2050" b="0" i="0" u="none" strike="noStrike" cap="none" dirty="0">
                <a:solidFill>
                  <a:srgbClr val="334155"/>
                </a:solidFill>
                <a:latin typeface="Merriweather" panose="00000500000000000000" pitchFamily="2" charset="0"/>
                <a:ea typeface="DM Sans"/>
                <a:cs typeface="DM Sans"/>
                <a:sym typeface="DM Sans"/>
              </a:rPr>
              <a:t>).</a:t>
            </a:r>
            <a:endParaRPr sz="1800" dirty="0">
              <a:latin typeface="Merriweather" panose="00000500000000000000" pitchFamily="2" charset="0"/>
            </a:endParaRPr>
          </a:p>
        </p:txBody>
      </p:sp>
      <p:sp>
        <p:nvSpPr>
          <p:cNvPr id="11" name="Google Shape;164;p20">
            <a:extLst>
              <a:ext uri="{FF2B5EF4-FFF2-40B4-BE49-F238E27FC236}">
                <a16:creationId xmlns:a16="http://schemas.microsoft.com/office/drawing/2014/main" id="{BCC3ECE6-0A34-90BF-3423-55B7F9D47CE5}"/>
              </a:ext>
            </a:extLst>
          </p:cNvPr>
          <p:cNvSpPr txBox="1"/>
          <p:nvPr/>
        </p:nvSpPr>
        <p:spPr>
          <a:xfrm>
            <a:off x="13521149" y="303738"/>
            <a:ext cx="7513800" cy="5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dirty="0">
                <a:solidFill>
                  <a:srgbClr val="003366"/>
                </a:solidFill>
                <a:latin typeface="Merriweather" panose="00000500000000000000" pitchFamily="2" charset="0"/>
                <a:ea typeface="Merriweather"/>
                <a:cs typeface="Merriweather"/>
                <a:sym typeface="Merriweather"/>
              </a:rPr>
              <a:t>Các </a:t>
            </a:r>
            <a:r>
              <a:rPr lang="en-US" sz="3600" b="1" i="0" u="none" strike="noStrike" cap="none" dirty="0" err="1">
                <a:solidFill>
                  <a:srgbClr val="003366"/>
                </a:solidFill>
                <a:latin typeface="Merriweather" panose="00000500000000000000" pitchFamily="2" charset="0"/>
                <a:ea typeface="Merriweather"/>
                <a:cs typeface="Merriweather"/>
                <a:sym typeface="Merriweather"/>
              </a:rPr>
              <a:t>đặc</a:t>
            </a:r>
            <a:r>
              <a:rPr lang="en-US" sz="3600" b="1" i="0" u="none" strike="noStrike" cap="none" dirty="0">
                <a:solidFill>
                  <a:srgbClr val="003366"/>
                </a:solidFill>
                <a:latin typeface="Merriweather" panose="00000500000000000000" pitchFamily="2" charset="0"/>
                <a:ea typeface="Merriweather"/>
                <a:cs typeface="Merriweather"/>
                <a:sym typeface="Merriweather"/>
              </a:rPr>
              <a:t> </a:t>
            </a:r>
            <a:r>
              <a:rPr lang="en-US" sz="3600" b="1" i="0" u="none" strike="noStrike" cap="none" dirty="0" err="1">
                <a:solidFill>
                  <a:srgbClr val="003366"/>
                </a:solidFill>
                <a:latin typeface="Merriweather" panose="00000500000000000000" pitchFamily="2" charset="0"/>
                <a:ea typeface="Merriweather"/>
                <a:cs typeface="Merriweather"/>
                <a:sym typeface="Merriweather"/>
              </a:rPr>
              <a:t>tính</a:t>
            </a:r>
            <a:r>
              <a:rPr lang="en-US" sz="3600" b="1" i="0" u="none" strike="noStrike" cap="none" dirty="0">
                <a:solidFill>
                  <a:srgbClr val="003366"/>
                </a:solidFill>
                <a:latin typeface="Merriweather" panose="00000500000000000000" pitchFamily="2" charset="0"/>
                <a:ea typeface="Merriweather"/>
                <a:cs typeface="Merriweather"/>
                <a:sym typeface="Merriweather"/>
              </a:rPr>
              <a:t> </a:t>
            </a:r>
            <a:r>
              <a:rPr lang="en-US" sz="3600" b="1" i="0" u="none" strike="noStrike" cap="none" dirty="0" err="1">
                <a:solidFill>
                  <a:srgbClr val="003366"/>
                </a:solidFill>
                <a:latin typeface="Merriweather" panose="00000500000000000000" pitchFamily="2" charset="0"/>
                <a:ea typeface="Merriweather"/>
                <a:cs typeface="Merriweather"/>
                <a:sym typeface="Merriweather"/>
              </a:rPr>
              <a:t>cốt</a:t>
            </a:r>
            <a:r>
              <a:rPr lang="en-US" sz="3600" b="1" i="0" u="none" strike="noStrike" cap="none" dirty="0">
                <a:solidFill>
                  <a:srgbClr val="003366"/>
                </a:solidFill>
                <a:latin typeface="Merriweather" panose="00000500000000000000" pitchFamily="2" charset="0"/>
                <a:ea typeface="Merriweather"/>
                <a:cs typeface="Merriweather"/>
                <a:sym typeface="Merriweather"/>
              </a:rPr>
              <a:t> </a:t>
            </a:r>
            <a:r>
              <a:rPr lang="en-US" sz="3600" b="1" i="0" u="none" strike="noStrike" cap="none" dirty="0" err="1">
                <a:solidFill>
                  <a:srgbClr val="003366"/>
                </a:solidFill>
                <a:latin typeface="Merriweather" panose="00000500000000000000" pitchFamily="2" charset="0"/>
                <a:ea typeface="Merriweather"/>
                <a:cs typeface="Merriweather"/>
                <a:sym typeface="Merriweather"/>
              </a:rPr>
              <a:t>lõi</a:t>
            </a:r>
            <a:r>
              <a:rPr lang="en-US" sz="3600" b="1" i="0" u="none" strike="noStrike" cap="none" dirty="0">
                <a:solidFill>
                  <a:srgbClr val="003366"/>
                </a:solidFill>
                <a:latin typeface="Merriweather" panose="00000500000000000000" pitchFamily="2" charset="0"/>
                <a:ea typeface="Merriweather"/>
                <a:cs typeface="Merriweather"/>
                <a:sym typeface="Merriweather"/>
              </a:rPr>
              <a:t> </a:t>
            </a:r>
            <a:r>
              <a:rPr lang="en-US" sz="3600" b="1" i="0" u="none" strike="noStrike" cap="none" dirty="0" err="1">
                <a:solidFill>
                  <a:srgbClr val="003366"/>
                </a:solidFill>
                <a:latin typeface="Merriweather" panose="00000500000000000000" pitchFamily="2" charset="0"/>
                <a:ea typeface="Merriweather"/>
                <a:cs typeface="Merriweather"/>
                <a:sym typeface="Merriweather"/>
              </a:rPr>
              <a:t>của</a:t>
            </a:r>
            <a:r>
              <a:rPr lang="en-US" sz="3600" b="1" i="0" u="none" strike="noStrike" cap="none" dirty="0">
                <a:solidFill>
                  <a:srgbClr val="003366"/>
                </a:solidFill>
                <a:latin typeface="Merriweather" panose="00000500000000000000" pitchFamily="2" charset="0"/>
                <a:ea typeface="Merriweather"/>
                <a:cs typeface="Merriweather"/>
                <a:sym typeface="Merriweather"/>
              </a:rPr>
              <a:t> </a:t>
            </a:r>
            <a:r>
              <a:rPr lang="en-US" sz="3600" b="1" i="0" u="none" strike="noStrike" cap="none" dirty="0" err="1">
                <a:solidFill>
                  <a:srgbClr val="003366"/>
                </a:solidFill>
                <a:latin typeface="Merriweather" panose="00000500000000000000" pitchFamily="2" charset="0"/>
                <a:ea typeface="Merriweather"/>
                <a:cs typeface="Merriweather"/>
                <a:sym typeface="Merriweather"/>
              </a:rPr>
              <a:t>Chân</a:t>
            </a:r>
            <a:r>
              <a:rPr lang="en-US" sz="3600" b="1" i="0" u="none" strike="noStrike" cap="none" dirty="0">
                <a:solidFill>
                  <a:srgbClr val="003366"/>
                </a:solidFill>
                <a:latin typeface="Merriweather" panose="00000500000000000000" pitchFamily="2" charset="0"/>
                <a:ea typeface="Merriweather"/>
                <a:cs typeface="Merriweather"/>
                <a:sym typeface="Merriweather"/>
              </a:rPr>
              <a:t> </a:t>
            </a:r>
            <a:r>
              <a:rPr lang="en-US" sz="3600" b="1" i="0" u="none" strike="noStrike" cap="none" dirty="0" err="1">
                <a:solidFill>
                  <a:srgbClr val="003366"/>
                </a:solidFill>
                <a:latin typeface="Merriweather" panose="00000500000000000000" pitchFamily="2" charset="0"/>
                <a:ea typeface="Merriweather"/>
                <a:cs typeface="Merriweather"/>
                <a:sym typeface="Merriweather"/>
              </a:rPr>
              <a:t>lý</a:t>
            </a:r>
            <a:endParaRPr dirty="0">
              <a:latin typeface="Merriweather" panose="00000500000000000000" pitchFamily="2"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9E5"/>
        </a:solidFill>
        <a:effectLst/>
      </p:bgPr>
    </p:bg>
    <p:spTree>
      <p:nvGrpSpPr>
        <p:cNvPr id="1" name="Shape 162"/>
        <p:cNvGrpSpPr/>
        <p:nvPr/>
      </p:nvGrpSpPr>
      <p:grpSpPr>
        <a:xfrm>
          <a:off x="0" y="0"/>
          <a:ext cx="0" cy="0"/>
          <a:chOff x="0" y="0"/>
          <a:chExt cx="0" cy="0"/>
        </a:xfrm>
      </p:grpSpPr>
      <p:pic>
        <p:nvPicPr>
          <p:cNvPr id="163" name="Google Shape;163;p20"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64" name="Google Shape;164;p20"/>
          <p:cNvSpPr txBox="1"/>
          <p:nvPr/>
        </p:nvSpPr>
        <p:spPr>
          <a:xfrm>
            <a:off x="4217491" y="405338"/>
            <a:ext cx="7513800" cy="5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dirty="0">
                <a:solidFill>
                  <a:srgbClr val="003366"/>
                </a:solidFill>
                <a:latin typeface="Merriweather" panose="00000500000000000000" pitchFamily="2" charset="0"/>
                <a:ea typeface="Merriweather"/>
                <a:cs typeface="Merriweather"/>
                <a:sym typeface="Merriweather"/>
              </a:rPr>
              <a:t>Các </a:t>
            </a:r>
            <a:r>
              <a:rPr lang="en-US" sz="3600" b="1" i="0" u="none" strike="noStrike" cap="none" dirty="0" err="1">
                <a:solidFill>
                  <a:srgbClr val="003366"/>
                </a:solidFill>
                <a:latin typeface="Merriweather" panose="00000500000000000000" pitchFamily="2" charset="0"/>
                <a:ea typeface="Merriweather"/>
                <a:cs typeface="Merriweather"/>
                <a:sym typeface="Merriweather"/>
              </a:rPr>
              <a:t>đặc</a:t>
            </a:r>
            <a:r>
              <a:rPr lang="en-US" sz="3600" b="1" i="0" u="none" strike="noStrike" cap="none" dirty="0">
                <a:solidFill>
                  <a:srgbClr val="003366"/>
                </a:solidFill>
                <a:latin typeface="Merriweather" panose="00000500000000000000" pitchFamily="2" charset="0"/>
                <a:ea typeface="Merriweather"/>
                <a:cs typeface="Merriweather"/>
                <a:sym typeface="Merriweather"/>
              </a:rPr>
              <a:t> </a:t>
            </a:r>
            <a:r>
              <a:rPr lang="en-US" sz="3600" b="1" i="0" u="none" strike="noStrike" cap="none" dirty="0" err="1">
                <a:solidFill>
                  <a:srgbClr val="003366"/>
                </a:solidFill>
                <a:latin typeface="Merriweather" panose="00000500000000000000" pitchFamily="2" charset="0"/>
                <a:ea typeface="Merriweather"/>
                <a:cs typeface="Merriweather"/>
                <a:sym typeface="Merriweather"/>
              </a:rPr>
              <a:t>tính</a:t>
            </a:r>
            <a:r>
              <a:rPr lang="en-US" sz="3600" b="1" i="0" u="none" strike="noStrike" cap="none" dirty="0">
                <a:solidFill>
                  <a:srgbClr val="003366"/>
                </a:solidFill>
                <a:latin typeface="Merriweather" panose="00000500000000000000" pitchFamily="2" charset="0"/>
                <a:ea typeface="Merriweather"/>
                <a:cs typeface="Merriweather"/>
                <a:sym typeface="Merriweather"/>
              </a:rPr>
              <a:t> </a:t>
            </a:r>
            <a:r>
              <a:rPr lang="en-US" sz="3600" b="1" i="0" u="none" strike="noStrike" cap="none" dirty="0" err="1">
                <a:solidFill>
                  <a:srgbClr val="003366"/>
                </a:solidFill>
                <a:latin typeface="Merriweather" panose="00000500000000000000" pitchFamily="2" charset="0"/>
                <a:ea typeface="Merriweather"/>
                <a:cs typeface="Merriweather"/>
                <a:sym typeface="Merriweather"/>
              </a:rPr>
              <a:t>cốt</a:t>
            </a:r>
            <a:r>
              <a:rPr lang="en-US" sz="3600" b="1" i="0" u="none" strike="noStrike" cap="none" dirty="0">
                <a:solidFill>
                  <a:srgbClr val="003366"/>
                </a:solidFill>
                <a:latin typeface="Merriweather" panose="00000500000000000000" pitchFamily="2" charset="0"/>
                <a:ea typeface="Merriweather"/>
                <a:cs typeface="Merriweather"/>
                <a:sym typeface="Merriweather"/>
              </a:rPr>
              <a:t> </a:t>
            </a:r>
            <a:r>
              <a:rPr lang="en-US" sz="3600" b="1" i="0" u="none" strike="noStrike" cap="none" dirty="0" err="1">
                <a:solidFill>
                  <a:srgbClr val="003366"/>
                </a:solidFill>
                <a:latin typeface="Merriweather" panose="00000500000000000000" pitchFamily="2" charset="0"/>
                <a:ea typeface="Merriweather"/>
                <a:cs typeface="Merriweather"/>
                <a:sym typeface="Merriweather"/>
              </a:rPr>
              <a:t>lõi</a:t>
            </a:r>
            <a:r>
              <a:rPr lang="en-US" sz="3600" b="1" i="0" u="none" strike="noStrike" cap="none" dirty="0">
                <a:solidFill>
                  <a:srgbClr val="003366"/>
                </a:solidFill>
                <a:latin typeface="Merriweather" panose="00000500000000000000" pitchFamily="2" charset="0"/>
                <a:ea typeface="Merriweather"/>
                <a:cs typeface="Merriweather"/>
                <a:sym typeface="Merriweather"/>
              </a:rPr>
              <a:t> </a:t>
            </a:r>
            <a:r>
              <a:rPr lang="en-US" sz="3600" b="1" i="0" u="none" strike="noStrike" cap="none" dirty="0" err="1">
                <a:solidFill>
                  <a:srgbClr val="003366"/>
                </a:solidFill>
                <a:latin typeface="Merriweather" panose="00000500000000000000" pitchFamily="2" charset="0"/>
                <a:ea typeface="Merriweather"/>
                <a:cs typeface="Merriweather"/>
                <a:sym typeface="Merriweather"/>
              </a:rPr>
              <a:t>của</a:t>
            </a:r>
            <a:r>
              <a:rPr lang="en-US" sz="3600" b="1" i="0" u="none" strike="noStrike" cap="none" dirty="0">
                <a:solidFill>
                  <a:srgbClr val="003366"/>
                </a:solidFill>
                <a:latin typeface="Merriweather" panose="00000500000000000000" pitchFamily="2" charset="0"/>
                <a:ea typeface="Merriweather"/>
                <a:cs typeface="Merriweather"/>
                <a:sym typeface="Merriweather"/>
              </a:rPr>
              <a:t> </a:t>
            </a:r>
            <a:r>
              <a:rPr lang="en-US" sz="3600" b="1" i="0" u="none" strike="noStrike" cap="none" dirty="0" err="1">
                <a:solidFill>
                  <a:srgbClr val="003366"/>
                </a:solidFill>
                <a:latin typeface="Merriweather" panose="00000500000000000000" pitchFamily="2" charset="0"/>
                <a:ea typeface="Merriweather"/>
                <a:cs typeface="Merriweather"/>
                <a:sym typeface="Merriweather"/>
              </a:rPr>
              <a:t>Chân</a:t>
            </a:r>
            <a:r>
              <a:rPr lang="en-US" sz="3600" b="1" i="0" u="none" strike="noStrike" cap="none" dirty="0">
                <a:solidFill>
                  <a:srgbClr val="003366"/>
                </a:solidFill>
                <a:latin typeface="Merriweather" panose="00000500000000000000" pitchFamily="2" charset="0"/>
                <a:ea typeface="Merriweather"/>
                <a:cs typeface="Merriweather"/>
                <a:sym typeface="Merriweather"/>
              </a:rPr>
              <a:t> </a:t>
            </a:r>
            <a:r>
              <a:rPr lang="en-US" sz="3600" b="1" i="0" u="none" strike="noStrike" cap="none" dirty="0" err="1">
                <a:solidFill>
                  <a:srgbClr val="003366"/>
                </a:solidFill>
                <a:latin typeface="Merriweather" panose="00000500000000000000" pitchFamily="2" charset="0"/>
                <a:ea typeface="Merriweather"/>
                <a:cs typeface="Merriweather"/>
                <a:sym typeface="Merriweather"/>
              </a:rPr>
              <a:t>lý</a:t>
            </a:r>
            <a:endParaRPr dirty="0">
              <a:latin typeface="Merriweather" panose="00000500000000000000" pitchFamily="2" charset="0"/>
            </a:endParaRPr>
          </a:p>
        </p:txBody>
      </p:sp>
      <p:sp>
        <p:nvSpPr>
          <p:cNvPr id="165" name="Google Shape;165;p20"/>
          <p:cNvSpPr/>
          <p:nvPr/>
        </p:nvSpPr>
        <p:spPr>
          <a:xfrm>
            <a:off x="4015075" y="420488"/>
            <a:ext cx="50100" cy="523800"/>
          </a:xfrm>
          <a:prstGeom prst="rect">
            <a:avLst/>
          </a:prstGeom>
          <a:solidFill>
            <a:srgbClr val="D4AF3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erriweather" panose="00000500000000000000" pitchFamily="2" charset="0"/>
              <a:ea typeface="Calibri"/>
              <a:cs typeface="Calibri"/>
              <a:sym typeface="Calibri"/>
            </a:endParaRPr>
          </a:p>
        </p:txBody>
      </p:sp>
      <p:sp>
        <p:nvSpPr>
          <p:cNvPr id="166" name="Google Shape;166;p20"/>
          <p:cNvSpPr txBox="1"/>
          <p:nvPr/>
        </p:nvSpPr>
        <p:spPr>
          <a:xfrm>
            <a:off x="4267600" y="1461538"/>
            <a:ext cx="7639200" cy="100950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050" b="1" i="0" u="none" strike="noStrike" cap="none" dirty="0" err="1">
                <a:solidFill>
                  <a:srgbClr val="334155"/>
                </a:solidFill>
                <a:latin typeface="Merriweather" panose="00000500000000000000" pitchFamily="2" charset="0"/>
                <a:ea typeface="DM Sans"/>
                <a:cs typeface="DM Sans"/>
                <a:sym typeface="DM Sans"/>
              </a:rPr>
              <a:t>Tính</a:t>
            </a:r>
            <a:r>
              <a:rPr lang="en-US" sz="2050" b="1" i="0" u="none" strike="noStrike" cap="none" dirty="0">
                <a:solidFill>
                  <a:srgbClr val="334155"/>
                </a:solidFill>
                <a:latin typeface="Merriweather" panose="00000500000000000000" pitchFamily="2" charset="0"/>
                <a:ea typeface="DM Sans"/>
                <a:cs typeface="DM Sans"/>
                <a:sym typeface="DM Sans"/>
              </a:rPr>
              <a:t> </a:t>
            </a:r>
            <a:r>
              <a:rPr lang="en-US" sz="2050" b="1" i="0" u="none" strike="noStrike" cap="none" dirty="0" err="1">
                <a:solidFill>
                  <a:srgbClr val="334155"/>
                </a:solidFill>
                <a:latin typeface="Merriweather" panose="00000500000000000000" pitchFamily="2" charset="0"/>
                <a:ea typeface="DM Sans"/>
                <a:cs typeface="DM Sans"/>
                <a:sym typeface="DM Sans"/>
              </a:rPr>
              <a:t>Khách</a:t>
            </a:r>
            <a:r>
              <a:rPr lang="en-US" sz="2050" b="1" i="0" u="none" strike="noStrike" cap="none" dirty="0">
                <a:solidFill>
                  <a:srgbClr val="334155"/>
                </a:solidFill>
                <a:latin typeface="Merriweather" panose="00000500000000000000" pitchFamily="2" charset="0"/>
                <a:ea typeface="DM Sans"/>
                <a:cs typeface="DM Sans"/>
                <a:sym typeface="DM Sans"/>
              </a:rPr>
              <a:t> </a:t>
            </a:r>
            <a:r>
              <a:rPr lang="en-US" sz="2050" b="1" i="0" u="none" strike="noStrike" cap="none" dirty="0" err="1">
                <a:solidFill>
                  <a:srgbClr val="334155"/>
                </a:solidFill>
                <a:latin typeface="Merriweather" panose="00000500000000000000" pitchFamily="2" charset="0"/>
                <a:ea typeface="DM Sans"/>
                <a:cs typeface="DM Sans"/>
                <a:sym typeface="DM Sans"/>
              </a:rPr>
              <a:t>quan</a:t>
            </a:r>
            <a:r>
              <a:rPr lang="en-US" sz="2050" b="1" i="0" u="none" strike="noStrike" cap="none" dirty="0">
                <a:solidFill>
                  <a:srgbClr val="334155"/>
                </a:solidFill>
                <a:latin typeface="Merriweather" panose="00000500000000000000" pitchFamily="2" charset="0"/>
                <a:ea typeface="DM Sans"/>
                <a:cs typeface="DM Sans"/>
                <a:sym typeface="DM Sans"/>
              </a:rPr>
              <a:t>:</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Nội</a:t>
            </a:r>
            <a:r>
              <a:rPr lang="en-US" sz="2050" b="0" i="0" u="none" strike="noStrike" cap="none" dirty="0">
                <a:solidFill>
                  <a:srgbClr val="334155"/>
                </a:solidFill>
                <a:latin typeface="Merriweather" panose="00000500000000000000" pitchFamily="2" charset="0"/>
                <a:ea typeface="DM Sans"/>
                <a:cs typeface="DM Sans"/>
                <a:sym typeface="DM Sans"/>
              </a:rPr>
              <a:t> dung </a:t>
            </a:r>
            <a:r>
              <a:rPr lang="en-US" sz="2050" b="0" i="0" u="none" strike="noStrike" cap="none" dirty="0" err="1">
                <a:solidFill>
                  <a:srgbClr val="334155"/>
                </a:solidFill>
                <a:latin typeface="Merriweather" panose="00000500000000000000" pitchFamily="2" charset="0"/>
                <a:ea typeface="DM Sans"/>
                <a:cs typeface="DM Sans"/>
                <a:sym typeface="DM Sans"/>
              </a:rPr>
              <a:t>phản</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ánh</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đúng</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hiện</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thực</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không</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phụ</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thuộc</a:t>
            </a:r>
            <a:r>
              <a:rPr lang="en-US" sz="2050" b="0" i="0" u="none" strike="noStrike" cap="none" dirty="0">
                <a:solidFill>
                  <a:srgbClr val="334155"/>
                </a:solidFill>
                <a:latin typeface="Merriweather" panose="00000500000000000000" pitchFamily="2" charset="0"/>
                <a:ea typeface="DM Sans"/>
                <a:cs typeface="DM Sans"/>
                <a:sym typeface="DM Sans"/>
              </a:rPr>
              <a:t> con </a:t>
            </a:r>
            <a:r>
              <a:rPr lang="en-US" sz="2050" b="0" i="0" u="none" strike="noStrike" cap="none" dirty="0" err="1">
                <a:solidFill>
                  <a:srgbClr val="334155"/>
                </a:solidFill>
                <a:latin typeface="Merriweather" panose="00000500000000000000" pitchFamily="2" charset="0"/>
                <a:ea typeface="DM Sans"/>
                <a:cs typeface="DM Sans"/>
                <a:sym typeface="DM Sans"/>
              </a:rPr>
              <a:t>người</a:t>
            </a:r>
            <a:r>
              <a:rPr lang="en-US" sz="2050" b="0" i="0" u="none" strike="noStrike" cap="none" dirty="0">
                <a:solidFill>
                  <a:srgbClr val="334155"/>
                </a:solidFill>
                <a:latin typeface="Merriweather" panose="00000500000000000000" pitchFamily="2" charset="0"/>
                <a:ea typeface="DM Sans"/>
                <a:cs typeface="DM Sans"/>
                <a:sym typeface="DM Sans"/>
              </a:rPr>
              <a:t> hay </a:t>
            </a:r>
            <a:r>
              <a:rPr lang="en-US" sz="2050" b="0" i="0" u="none" strike="noStrike" cap="none" dirty="0" err="1">
                <a:solidFill>
                  <a:srgbClr val="334155"/>
                </a:solidFill>
                <a:latin typeface="Merriweather" panose="00000500000000000000" pitchFamily="2" charset="0"/>
                <a:ea typeface="DM Sans"/>
                <a:cs typeface="DM Sans"/>
                <a:sym typeface="DM Sans"/>
              </a:rPr>
              <a:t>số</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đông</a:t>
            </a:r>
            <a:r>
              <a:rPr lang="en-US" sz="2050" b="0" i="0" u="none" strike="noStrike" cap="none" dirty="0">
                <a:solidFill>
                  <a:srgbClr val="334155"/>
                </a:solidFill>
                <a:latin typeface="Merriweather" panose="00000500000000000000" pitchFamily="2" charset="0"/>
                <a:ea typeface="DM Sans"/>
                <a:cs typeface="DM Sans"/>
                <a:sym typeface="DM Sans"/>
              </a:rPr>
              <a:t>.</a:t>
            </a:r>
            <a:endParaRPr sz="1800" dirty="0">
              <a:latin typeface="Merriweather" panose="00000500000000000000" pitchFamily="2" charset="0"/>
            </a:endParaRPr>
          </a:p>
        </p:txBody>
      </p:sp>
      <p:sp>
        <p:nvSpPr>
          <p:cNvPr id="167" name="Google Shape;167;p20"/>
          <p:cNvSpPr txBox="1"/>
          <p:nvPr/>
        </p:nvSpPr>
        <p:spPr>
          <a:xfrm>
            <a:off x="4904500" y="2608500"/>
            <a:ext cx="6257100" cy="100950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050" b="1" i="0" u="none" strike="noStrike" cap="none" dirty="0" err="1">
                <a:solidFill>
                  <a:srgbClr val="334155"/>
                </a:solidFill>
                <a:latin typeface="Merriweather" panose="00000500000000000000" pitchFamily="2" charset="0"/>
                <a:ea typeface="DM Sans"/>
                <a:cs typeface="DM Sans"/>
                <a:sym typeface="DM Sans"/>
              </a:rPr>
              <a:t>Tính</a:t>
            </a:r>
            <a:r>
              <a:rPr lang="en-US" sz="2050" b="1" i="0" u="none" strike="noStrike" cap="none" dirty="0">
                <a:solidFill>
                  <a:srgbClr val="334155"/>
                </a:solidFill>
                <a:latin typeface="Merriweather" panose="00000500000000000000" pitchFamily="2" charset="0"/>
                <a:ea typeface="DM Sans"/>
                <a:cs typeface="DM Sans"/>
                <a:sym typeface="DM Sans"/>
              </a:rPr>
              <a:t> </a:t>
            </a:r>
            <a:r>
              <a:rPr lang="en-US" sz="2050" b="1" i="0" u="none" strike="noStrike" cap="none" dirty="0" err="1">
                <a:solidFill>
                  <a:srgbClr val="334155"/>
                </a:solidFill>
                <a:latin typeface="Merriweather" panose="00000500000000000000" pitchFamily="2" charset="0"/>
                <a:ea typeface="DM Sans"/>
                <a:cs typeface="DM Sans"/>
                <a:sym typeface="DM Sans"/>
              </a:rPr>
              <a:t>Cụ</a:t>
            </a:r>
            <a:r>
              <a:rPr lang="en-US" sz="2050" b="1" i="0" u="none" strike="noStrike" cap="none" dirty="0">
                <a:solidFill>
                  <a:srgbClr val="334155"/>
                </a:solidFill>
                <a:latin typeface="Merriweather" panose="00000500000000000000" pitchFamily="2" charset="0"/>
                <a:ea typeface="DM Sans"/>
                <a:cs typeface="DM Sans"/>
                <a:sym typeface="DM Sans"/>
              </a:rPr>
              <a:t> </a:t>
            </a:r>
            <a:r>
              <a:rPr lang="en-US" sz="2050" b="1" i="0" u="none" strike="noStrike" cap="none" dirty="0" err="1">
                <a:solidFill>
                  <a:srgbClr val="334155"/>
                </a:solidFill>
                <a:latin typeface="Merriweather" panose="00000500000000000000" pitchFamily="2" charset="0"/>
                <a:ea typeface="DM Sans"/>
                <a:cs typeface="DM Sans"/>
                <a:sym typeface="DM Sans"/>
              </a:rPr>
              <a:t>thể</a:t>
            </a:r>
            <a:r>
              <a:rPr lang="en-US" sz="2050" b="1" i="0" u="none" strike="noStrike" cap="none" dirty="0">
                <a:solidFill>
                  <a:srgbClr val="334155"/>
                </a:solidFill>
                <a:latin typeface="Merriweather" panose="00000500000000000000" pitchFamily="2" charset="0"/>
                <a:ea typeface="DM Sans"/>
                <a:cs typeface="DM Sans"/>
                <a:sym typeface="DM Sans"/>
              </a:rPr>
              <a:t>:</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Gắn</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liền</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điều</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kiện</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không</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gian</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thời</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gian</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và</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hoàn</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cảnh</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lịch</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sử</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xác</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định</a:t>
            </a:r>
            <a:r>
              <a:rPr lang="en-US" sz="2050" b="0" i="0" u="none" strike="noStrike" cap="none" dirty="0">
                <a:solidFill>
                  <a:srgbClr val="334155"/>
                </a:solidFill>
                <a:latin typeface="Merriweather" panose="00000500000000000000" pitchFamily="2" charset="0"/>
                <a:ea typeface="DM Sans"/>
                <a:cs typeface="DM Sans"/>
                <a:sym typeface="DM Sans"/>
              </a:rPr>
              <a:t>.</a:t>
            </a:r>
            <a:endParaRPr sz="1800" dirty="0">
              <a:latin typeface="Merriweather" panose="00000500000000000000" pitchFamily="2" charset="0"/>
            </a:endParaRPr>
          </a:p>
        </p:txBody>
      </p:sp>
      <p:sp>
        <p:nvSpPr>
          <p:cNvPr id="168" name="Google Shape;168;p20"/>
          <p:cNvSpPr txBox="1"/>
          <p:nvPr/>
        </p:nvSpPr>
        <p:spPr>
          <a:xfrm>
            <a:off x="5172850" y="3744413"/>
            <a:ext cx="6320400" cy="100950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050" b="1" i="0" u="none" strike="noStrike" cap="none">
                <a:solidFill>
                  <a:srgbClr val="334155"/>
                </a:solidFill>
                <a:latin typeface="Merriweather" panose="00000500000000000000" pitchFamily="2" charset="0"/>
                <a:ea typeface="DM Sans"/>
                <a:cs typeface="DM Sans"/>
                <a:sym typeface="DM Sans"/>
              </a:rPr>
              <a:t>Tính Tương đối:</a:t>
            </a:r>
            <a:r>
              <a:rPr lang="en-US" sz="2050" b="0" i="0" u="none" strike="noStrike" cap="none">
                <a:solidFill>
                  <a:srgbClr val="334155"/>
                </a:solidFill>
                <a:latin typeface="Merriweather" panose="00000500000000000000" pitchFamily="2" charset="0"/>
                <a:ea typeface="DM Sans"/>
                <a:cs typeface="DM Sans"/>
                <a:sym typeface="DM Sans"/>
              </a:rPr>
              <a:t> Phản ánh đúng nhưng chưa đầy đủ, toàn diện ở một giai đoạn giới hạn.</a:t>
            </a:r>
            <a:endParaRPr sz="1800">
              <a:latin typeface="Merriweather" panose="00000500000000000000" pitchFamily="2" charset="0"/>
            </a:endParaRPr>
          </a:p>
        </p:txBody>
      </p:sp>
      <p:sp>
        <p:nvSpPr>
          <p:cNvPr id="169" name="Google Shape;169;p20"/>
          <p:cNvSpPr txBox="1"/>
          <p:nvPr/>
        </p:nvSpPr>
        <p:spPr>
          <a:xfrm>
            <a:off x="5356750" y="4943900"/>
            <a:ext cx="6136500" cy="100950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050" b="1" i="0" u="none" strike="noStrike" cap="none">
                <a:solidFill>
                  <a:srgbClr val="334155"/>
                </a:solidFill>
                <a:latin typeface="Merriweather" panose="00000500000000000000" pitchFamily="2" charset="0"/>
                <a:ea typeface="DM Sans"/>
                <a:cs typeface="DM Sans"/>
                <a:sym typeface="DM Sans"/>
              </a:rPr>
              <a:t>Tính Tuyệt đối:</a:t>
            </a:r>
            <a:r>
              <a:rPr lang="en-US" sz="2050" b="0" i="0" u="none" strike="noStrike" cap="none">
                <a:solidFill>
                  <a:srgbClr val="334155"/>
                </a:solidFill>
                <a:latin typeface="Merriweather" panose="00000500000000000000" pitchFamily="2" charset="0"/>
                <a:ea typeface="DM Sans"/>
                <a:cs typeface="DM Sans"/>
                <a:sym typeface="DM Sans"/>
              </a:rPr>
              <a:t> Phản ánh đầy đủ hiện thực khách quan (là tổng số các chân lý tương đối).</a:t>
            </a:r>
            <a:endParaRPr sz="1800">
              <a:latin typeface="Merriweather" panose="00000500000000000000" pitchFamily="2" charset="0"/>
            </a:endParaRPr>
          </a:p>
        </p:txBody>
      </p:sp>
      <p:pic>
        <p:nvPicPr>
          <p:cNvPr id="170" name="Google Shape;170;p20"/>
          <p:cNvPicPr preferRelativeResize="0"/>
          <p:nvPr/>
        </p:nvPicPr>
        <p:blipFill>
          <a:blip r:embed="rId4">
            <a:alphaModFix/>
          </a:blip>
          <a:stretch>
            <a:fillRect/>
          </a:stretch>
        </p:blipFill>
        <p:spPr>
          <a:xfrm>
            <a:off x="147575" y="295150"/>
            <a:ext cx="5209175" cy="6763951"/>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9E5"/>
        </a:solidFill>
        <a:effectLst/>
      </p:bgPr>
    </p:bg>
    <p:spTree>
      <p:nvGrpSpPr>
        <p:cNvPr id="1" name="Shape 174"/>
        <p:cNvGrpSpPr/>
        <p:nvPr/>
      </p:nvGrpSpPr>
      <p:grpSpPr>
        <a:xfrm>
          <a:off x="0" y="0"/>
          <a:ext cx="0" cy="0"/>
          <a:chOff x="0" y="0"/>
          <a:chExt cx="0" cy="0"/>
        </a:xfrm>
      </p:grpSpPr>
      <p:pic>
        <p:nvPicPr>
          <p:cNvPr id="175" name="Google Shape;175;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76" name="Google Shape;176;p21"/>
          <p:cNvSpPr/>
          <p:nvPr/>
        </p:nvSpPr>
        <p:spPr>
          <a:xfrm>
            <a:off x="5381625" y="2543175"/>
            <a:ext cx="1428750" cy="57150"/>
          </a:xfrm>
          <a:prstGeom prst="rect">
            <a:avLst/>
          </a:prstGeom>
          <a:solidFill>
            <a:srgbClr val="D4AF3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7" name="Google Shape;177;p21"/>
          <p:cNvSpPr txBox="1"/>
          <p:nvPr/>
        </p:nvSpPr>
        <p:spPr>
          <a:xfrm>
            <a:off x="885348" y="2790825"/>
            <a:ext cx="10421302" cy="1524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800" b="1" i="0" u="none" strike="noStrike" cap="none" dirty="0">
                <a:solidFill>
                  <a:srgbClr val="003366"/>
                </a:solidFill>
                <a:latin typeface="Merriweather"/>
                <a:ea typeface="Merriweather"/>
                <a:cs typeface="Merriweather"/>
                <a:sym typeface="Merriweather"/>
              </a:rPr>
              <a:t>Vai </a:t>
            </a:r>
            <a:r>
              <a:rPr lang="en-US" sz="4800" b="1" i="0" u="none" strike="noStrike" cap="none" dirty="0" err="1">
                <a:solidFill>
                  <a:srgbClr val="003366"/>
                </a:solidFill>
                <a:latin typeface="Merriweather"/>
                <a:ea typeface="Merriweather"/>
                <a:cs typeface="Merriweather"/>
                <a:sym typeface="Merriweather"/>
              </a:rPr>
              <a:t>trò</a:t>
            </a:r>
            <a:r>
              <a:rPr lang="en-US" sz="4800" b="1" i="0" u="none" strike="noStrike" cap="none" dirty="0">
                <a:solidFill>
                  <a:srgbClr val="003366"/>
                </a:solidFill>
                <a:latin typeface="Merriweather"/>
                <a:ea typeface="Merriweather"/>
                <a:cs typeface="Merriweather"/>
                <a:sym typeface="Merriweather"/>
              </a:rPr>
              <a:t> </a:t>
            </a:r>
            <a:r>
              <a:rPr lang="en-US" sz="4800" b="1" i="0" u="none" strike="noStrike" cap="none" dirty="0" err="1">
                <a:solidFill>
                  <a:srgbClr val="003366"/>
                </a:solidFill>
                <a:latin typeface="Merriweather"/>
                <a:ea typeface="Merriweather"/>
                <a:cs typeface="Merriweather"/>
                <a:sym typeface="Merriweather"/>
              </a:rPr>
              <a:t>của</a:t>
            </a:r>
            <a:r>
              <a:rPr lang="en-US" sz="4800" b="1" i="0" u="none" strike="noStrike" cap="none" dirty="0">
                <a:solidFill>
                  <a:srgbClr val="003366"/>
                </a:solidFill>
                <a:latin typeface="Merriweather"/>
                <a:ea typeface="Merriweather"/>
                <a:cs typeface="Merriweather"/>
                <a:sym typeface="Merriweather"/>
              </a:rPr>
              <a:t> </a:t>
            </a:r>
            <a:r>
              <a:rPr lang="en-US" sz="4800" b="1" i="0" u="none" strike="noStrike" cap="none" dirty="0" err="1">
                <a:solidFill>
                  <a:srgbClr val="003366"/>
                </a:solidFill>
                <a:latin typeface="Merriweather"/>
                <a:ea typeface="Merriweather"/>
                <a:cs typeface="Merriweather"/>
                <a:sym typeface="Merriweather"/>
              </a:rPr>
              <a:t>Thực</a:t>
            </a:r>
            <a:r>
              <a:rPr lang="en-US" sz="4800" b="1" i="0" u="none" strike="noStrike" cap="none" dirty="0">
                <a:solidFill>
                  <a:srgbClr val="003366"/>
                </a:solidFill>
                <a:latin typeface="Merriweather"/>
                <a:ea typeface="Merriweather"/>
                <a:cs typeface="Merriweather"/>
                <a:sym typeface="Merriweather"/>
              </a:rPr>
              <a:t> </a:t>
            </a:r>
            <a:r>
              <a:rPr lang="en-US" sz="4800" b="1" i="0" u="none" strike="noStrike" cap="none" dirty="0" err="1">
                <a:solidFill>
                  <a:srgbClr val="003366"/>
                </a:solidFill>
                <a:latin typeface="Merriweather"/>
                <a:ea typeface="Merriweather"/>
                <a:cs typeface="Merriweather"/>
                <a:sym typeface="Merriweather"/>
              </a:rPr>
              <a:t>tiễn</a:t>
            </a:r>
            <a:br>
              <a:rPr lang="en-US" sz="1800" b="0" i="0" u="none" strike="noStrike" cap="none" dirty="0">
                <a:solidFill>
                  <a:schemeClr val="dk1"/>
                </a:solidFill>
                <a:latin typeface="Calibri"/>
                <a:ea typeface="Calibri"/>
                <a:cs typeface="Calibri"/>
                <a:sym typeface="Calibri"/>
              </a:rPr>
            </a:br>
            <a:r>
              <a:rPr lang="en-US" sz="4800" b="1" i="0" u="none" strike="noStrike" cap="none" dirty="0">
                <a:solidFill>
                  <a:srgbClr val="003366"/>
                </a:solidFill>
                <a:latin typeface="Merriweather"/>
                <a:ea typeface="Merriweather"/>
                <a:cs typeface="Merriweather"/>
                <a:sym typeface="Merriweather"/>
              </a:rPr>
              <a:t> </a:t>
            </a:r>
            <a:r>
              <a:rPr lang="en-US" sz="4800" b="1" i="0" u="none" strike="noStrike" cap="none" dirty="0" err="1">
                <a:solidFill>
                  <a:srgbClr val="003366"/>
                </a:solidFill>
                <a:latin typeface="Merriweather"/>
                <a:ea typeface="Merriweather"/>
                <a:cs typeface="Merriweather"/>
                <a:sym typeface="Merriweather"/>
              </a:rPr>
              <a:t>Tiêu</a:t>
            </a:r>
            <a:r>
              <a:rPr lang="en-US" sz="4800" b="1" i="0" u="none" strike="noStrike" cap="none" dirty="0">
                <a:solidFill>
                  <a:srgbClr val="003366"/>
                </a:solidFill>
                <a:latin typeface="Merriweather"/>
                <a:ea typeface="Merriweather"/>
                <a:cs typeface="Merriweather"/>
                <a:sym typeface="Merriweather"/>
              </a:rPr>
              <a:t> </a:t>
            </a:r>
            <a:r>
              <a:rPr lang="en-US" sz="4800" b="1" i="0" u="none" strike="noStrike" cap="none" dirty="0" err="1">
                <a:solidFill>
                  <a:srgbClr val="003366"/>
                </a:solidFill>
                <a:latin typeface="Merriweather"/>
                <a:ea typeface="Merriweather"/>
                <a:cs typeface="Merriweather"/>
                <a:sym typeface="Merriweather"/>
              </a:rPr>
              <a:t>chuẩn</a:t>
            </a:r>
            <a:r>
              <a:rPr lang="en-US" sz="4800" b="1" i="0" u="none" strike="noStrike" cap="none" dirty="0">
                <a:solidFill>
                  <a:srgbClr val="003366"/>
                </a:solidFill>
                <a:latin typeface="Merriweather"/>
                <a:ea typeface="Merriweather"/>
                <a:cs typeface="Merriweather"/>
                <a:sym typeface="Merriweather"/>
              </a:rPr>
              <a:t> </a:t>
            </a:r>
            <a:r>
              <a:rPr lang="en-US" sz="4800" b="1" i="0" u="none" strike="noStrike" cap="none" dirty="0" err="1">
                <a:solidFill>
                  <a:srgbClr val="003366"/>
                </a:solidFill>
                <a:latin typeface="Merriweather"/>
                <a:ea typeface="Merriweather"/>
                <a:cs typeface="Merriweather"/>
                <a:sym typeface="Merriweather"/>
              </a:rPr>
              <a:t>kiểm</a:t>
            </a:r>
            <a:r>
              <a:rPr lang="en-US" sz="4800" b="1" i="0" u="none" strike="noStrike" cap="none" dirty="0">
                <a:solidFill>
                  <a:srgbClr val="003366"/>
                </a:solidFill>
                <a:latin typeface="Merriweather"/>
                <a:ea typeface="Merriweather"/>
                <a:cs typeface="Merriweather"/>
                <a:sym typeface="Merriweather"/>
              </a:rPr>
              <a:t> </a:t>
            </a:r>
            <a:r>
              <a:rPr lang="en-US" sz="4800" b="1" i="0" u="none" strike="noStrike" cap="none" dirty="0" err="1">
                <a:solidFill>
                  <a:srgbClr val="003366"/>
                </a:solidFill>
                <a:latin typeface="Merriweather"/>
                <a:ea typeface="Merriweather"/>
                <a:cs typeface="Merriweather"/>
                <a:sym typeface="Merriweather"/>
              </a:rPr>
              <a:t>nghiệm</a:t>
            </a:r>
            <a:r>
              <a:rPr lang="en-US" sz="4800" b="1" i="0" u="none" strike="noStrike" cap="none" dirty="0">
                <a:solidFill>
                  <a:srgbClr val="003366"/>
                </a:solidFill>
                <a:latin typeface="Merriweather"/>
                <a:ea typeface="Merriweather"/>
                <a:cs typeface="Merriweather"/>
                <a:sym typeface="Merriweather"/>
              </a:rPr>
              <a:t> </a:t>
            </a:r>
            <a:r>
              <a:rPr lang="en-US" sz="4800" b="1" i="0" u="none" strike="noStrike" cap="none" dirty="0" err="1">
                <a:solidFill>
                  <a:srgbClr val="003366"/>
                </a:solidFill>
                <a:latin typeface="Merriweather"/>
                <a:ea typeface="Merriweather"/>
                <a:cs typeface="Merriweather"/>
                <a:sym typeface="Merriweather"/>
              </a:rPr>
              <a:t>Chân</a:t>
            </a:r>
            <a:r>
              <a:rPr lang="en-US" sz="4800" b="1" i="0" u="none" strike="noStrike" cap="none" dirty="0">
                <a:solidFill>
                  <a:srgbClr val="003366"/>
                </a:solidFill>
                <a:latin typeface="Merriweather"/>
                <a:ea typeface="Merriweather"/>
                <a:cs typeface="Merriweather"/>
                <a:sym typeface="Merriweather"/>
              </a:rPr>
              <a:t> </a:t>
            </a:r>
            <a:r>
              <a:rPr lang="en-US" sz="4800" b="1" i="0" u="none" strike="noStrike" cap="none" dirty="0" err="1">
                <a:solidFill>
                  <a:srgbClr val="003366"/>
                </a:solidFill>
                <a:latin typeface="Merriweather"/>
                <a:ea typeface="Merriweather"/>
                <a:cs typeface="Merriweather"/>
                <a:sym typeface="Merriweather"/>
              </a:rPr>
              <a:t>lý</a:t>
            </a:r>
            <a:endParaRPr dirty="0"/>
          </a:p>
        </p:txBody>
      </p:sp>
      <p:pic>
        <p:nvPicPr>
          <p:cNvPr id="2" name="Google Shape;170;p20">
            <a:extLst>
              <a:ext uri="{FF2B5EF4-FFF2-40B4-BE49-F238E27FC236}">
                <a16:creationId xmlns:a16="http://schemas.microsoft.com/office/drawing/2014/main" id="{8CD6424D-30B9-6B12-360B-47F73758A86D}"/>
              </a:ext>
            </a:extLst>
          </p:cNvPr>
          <p:cNvPicPr preferRelativeResize="0"/>
          <p:nvPr/>
        </p:nvPicPr>
        <p:blipFill>
          <a:blip r:embed="rId4">
            <a:alphaModFix/>
          </a:blip>
          <a:stretch>
            <a:fillRect/>
          </a:stretch>
        </p:blipFill>
        <p:spPr>
          <a:xfrm>
            <a:off x="-3624325" y="7381750"/>
            <a:ext cx="5209175" cy="6763951"/>
          </a:xfrm>
          <a:prstGeom prst="rect">
            <a:avLst/>
          </a:prstGeom>
          <a:noFill/>
          <a:ln>
            <a:noFill/>
          </a:ln>
        </p:spPr>
      </p:pic>
      <p:sp>
        <p:nvSpPr>
          <p:cNvPr id="3" name="Google Shape;166;p20">
            <a:extLst>
              <a:ext uri="{FF2B5EF4-FFF2-40B4-BE49-F238E27FC236}">
                <a16:creationId xmlns:a16="http://schemas.microsoft.com/office/drawing/2014/main" id="{79273271-DE1E-AE11-49D1-B11257BD7DE9}"/>
              </a:ext>
            </a:extLst>
          </p:cNvPr>
          <p:cNvSpPr txBox="1"/>
          <p:nvPr/>
        </p:nvSpPr>
        <p:spPr>
          <a:xfrm>
            <a:off x="4968075" y="7624834"/>
            <a:ext cx="7639200" cy="100950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050" b="1" i="0" u="none" strike="noStrike" cap="none" dirty="0" err="1">
                <a:solidFill>
                  <a:srgbClr val="334155"/>
                </a:solidFill>
                <a:latin typeface="Merriweather" panose="00000500000000000000" pitchFamily="2" charset="0"/>
                <a:ea typeface="DM Sans"/>
                <a:cs typeface="DM Sans"/>
                <a:sym typeface="DM Sans"/>
              </a:rPr>
              <a:t>Tính</a:t>
            </a:r>
            <a:r>
              <a:rPr lang="en-US" sz="2050" b="1" i="0" u="none" strike="noStrike" cap="none" dirty="0">
                <a:solidFill>
                  <a:srgbClr val="334155"/>
                </a:solidFill>
                <a:latin typeface="Merriweather" panose="00000500000000000000" pitchFamily="2" charset="0"/>
                <a:ea typeface="DM Sans"/>
                <a:cs typeface="DM Sans"/>
                <a:sym typeface="DM Sans"/>
              </a:rPr>
              <a:t> </a:t>
            </a:r>
            <a:r>
              <a:rPr lang="en-US" sz="2050" b="1" i="0" u="none" strike="noStrike" cap="none" dirty="0" err="1">
                <a:solidFill>
                  <a:srgbClr val="334155"/>
                </a:solidFill>
                <a:latin typeface="Merriweather" panose="00000500000000000000" pitchFamily="2" charset="0"/>
                <a:ea typeface="DM Sans"/>
                <a:cs typeface="DM Sans"/>
                <a:sym typeface="DM Sans"/>
              </a:rPr>
              <a:t>Khách</a:t>
            </a:r>
            <a:r>
              <a:rPr lang="en-US" sz="2050" b="1" i="0" u="none" strike="noStrike" cap="none" dirty="0">
                <a:solidFill>
                  <a:srgbClr val="334155"/>
                </a:solidFill>
                <a:latin typeface="Merriweather" panose="00000500000000000000" pitchFamily="2" charset="0"/>
                <a:ea typeface="DM Sans"/>
                <a:cs typeface="DM Sans"/>
                <a:sym typeface="DM Sans"/>
              </a:rPr>
              <a:t> </a:t>
            </a:r>
            <a:r>
              <a:rPr lang="en-US" sz="2050" b="1" i="0" u="none" strike="noStrike" cap="none" dirty="0" err="1">
                <a:solidFill>
                  <a:srgbClr val="334155"/>
                </a:solidFill>
                <a:latin typeface="Merriweather" panose="00000500000000000000" pitchFamily="2" charset="0"/>
                <a:ea typeface="DM Sans"/>
                <a:cs typeface="DM Sans"/>
                <a:sym typeface="DM Sans"/>
              </a:rPr>
              <a:t>quan</a:t>
            </a:r>
            <a:r>
              <a:rPr lang="en-US" sz="2050" b="1" i="0" u="none" strike="noStrike" cap="none" dirty="0">
                <a:solidFill>
                  <a:srgbClr val="334155"/>
                </a:solidFill>
                <a:latin typeface="Merriweather" panose="00000500000000000000" pitchFamily="2" charset="0"/>
                <a:ea typeface="DM Sans"/>
                <a:cs typeface="DM Sans"/>
                <a:sym typeface="DM Sans"/>
              </a:rPr>
              <a:t>:</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Nội</a:t>
            </a:r>
            <a:r>
              <a:rPr lang="en-US" sz="2050" b="0" i="0" u="none" strike="noStrike" cap="none" dirty="0">
                <a:solidFill>
                  <a:srgbClr val="334155"/>
                </a:solidFill>
                <a:latin typeface="Merriweather" panose="00000500000000000000" pitchFamily="2" charset="0"/>
                <a:ea typeface="DM Sans"/>
                <a:cs typeface="DM Sans"/>
                <a:sym typeface="DM Sans"/>
              </a:rPr>
              <a:t> dung </a:t>
            </a:r>
            <a:r>
              <a:rPr lang="en-US" sz="2050" b="0" i="0" u="none" strike="noStrike" cap="none" dirty="0" err="1">
                <a:solidFill>
                  <a:srgbClr val="334155"/>
                </a:solidFill>
                <a:latin typeface="Merriweather" panose="00000500000000000000" pitchFamily="2" charset="0"/>
                <a:ea typeface="DM Sans"/>
                <a:cs typeface="DM Sans"/>
                <a:sym typeface="DM Sans"/>
              </a:rPr>
              <a:t>phản</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ánh</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đúng</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hiện</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thực</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không</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phụ</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thuộc</a:t>
            </a:r>
            <a:r>
              <a:rPr lang="en-US" sz="2050" b="0" i="0" u="none" strike="noStrike" cap="none" dirty="0">
                <a:solidFill>
                  <a:srgbClr val="334155"/>
                </a:solidFill>
                <a:latin typeface="Merriweather" panose="00000500000000000000" pitchFamily="2" charset="0"/>
                <a:ea typeface="DM Sans"/>
                <a:cs typeface="DM Sans"/>
                <a:sym typeface="DM Sans"/>
              </a:rPr>
              <a:t> con </a:t>
            </a:r>
            <a:r>
              <a:rPr lang="en-US" sz="2050" b="0" i="0" u="none" strike="noStrike" cap="none" dirty="0" err="1">
                <a:solidFill>
                  <a:srgbClr val="334155"/>
                </a:solidFill>
                <a:latin typeface="Merriweather" panose="00000500000000000000" pitchFamily="2" charset="0"/>
                <a:ea typeface="DM Sans"/>
                <a:cs typeface="DM Sans"/>
                <a:sym typeface="DM Sans"/>
              </a:rPr>
              <a:t>người</a:t>
            </a:r>
            <a:r>
              <a:rPr lang="en-US" sz="2050" b="0" i="0" u="none" strike="noStrike" cap="none" dirty="0">
                <a:solidFill>
                  <a:srgbClr val="334155"/>
                </a:solidFill>
                <a:latin typeface="Merriweather" panose="00000500000000000000" pitchFamily="2" charset="0"/>
                <a:ea typeface="DM Sans"/>
                <a:cs typeface="DM Sans"/>
                <a:sym typeface="DM Sans"/>
              </a:rPr>
              <a:t> hay </a:t>
            </a:r>
            <a:r>
              <a:rPr lang="en-US" sz="2050" b="0" i="0" u="none" strike="noStrike" cap="none" dirty="0" err="1">
                <a:solidFill>
                  <a:srgbClr val="334155"/>
                </a:solidFill>
                <a:latin typeface="Merriweather" panose="00000500000000000000" pitchFamily="2" charset="0"/>
                <a:ea typeface="DM Sans"/>
                <a:cs typeface="DM Sans"/>
                <a:sym typeface="DM Sans"/>
              </a:rPr>
              <a:t>số</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đông</a:t>
            </a:r>
            <a:r>
              <a:rPr lang="en-US" sz="2050" b="0" i="0" u="none" strike="noStrike" cap="none" dirty="0">
                <a:solidFill>
                  <a:srgbClr val="334155"/>
                </a:solidFill>
                <a:latin typeface="Merriweather" panose="00000500000000000000" pitchFamily="2" charset="0"/>
                <a:ea typeface="DM Sans"/>
                <a:cs typeface="DM Sans"/>
                <a:sym typeface="DM Sans"/>
              </a:rPr>
              <a:t>.</a:t>
            </a:r>
            <a:endParaRPr sz="1800" dirty="0">
              <a:latin typeface="Merriweather" panose="00000500000000000000" pitchFamily="2" charset="0"/>
            </a:endParaRPr>
          </a:p>
        </p:txBody>
      </p:sp>
      <p:sp>
        <p:nvSpPr>
          <p:cNvPr id="4" name="Google Shape;167;p20">
            <a:extLst>
              <a:ext uri="{FF2B5EF4-FFF2-40B4-BE49-F238E27FC236}">
                <a16:creationId xmlns:a16="http://schemas.microsoft.com/office/drawing/2014/main" id="{8CA8B59A-BF4D-556B-521E-C49D123CA1A0}"/>
              </a:ext>
            </a:extLst>
          </p:cNvPr>
          <p:cNvSpPr txBox="1"/>
          <p:nvPr/>
        </p:nvSpPr>
        <p:spPr>
          <a:xfrm>
            <a:off x="7390125" y="10264780"/>
            <a:ext cx="6257100" cy="100950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050" b="1" i="0" u="none" strike="noStrike" cap="none" dirty="0" err="1">
                <a:solidFill>
                  <a:srgbClr val="334155"/>
                </a:solidFill>
                <a:latin typeface="Merriweather" panose="00000500000000000000" pitchFamily="2" charset="0"/>
                <a:ea typeface="DM Sans"/>
                <a:cs typeface="DM Sans"/>
                <a:sym typeface="DM Sans"/>
              </a:rPr>
              <a:t>Tính</a:t>
            </a:r>
            <a:r>
              <a:rPr lang="en-US" sz="2050" b="1" i="0" u="none" strike="noStrike" cap="none" dirty="0">
                <a:solidFill>
                  <a:srgbClr val="334155"/>
                </a:solidFill>
                <a:latin typeface="Merriweather" panose="00000500000000000000" pitchFamily="2" charset="0"/>
                <a:ea typeface="DM Sans"/>
                <a:cs typeface="DM Sans"/>
                <a:sym typeface="DM Sans"/>
              </a:rPr>
              <a:t> </a:t>
            </a:r>
            <a:r>
              <a:rPr lang="en-US" sz="2050" b="1" i="0" u="none" strike="noStrike" cap="none" dirty="0" err="1">
                <a:solidFill>
                  <a:srgbClr val="334155"/>
                </a:solidFill>
                <a:latin typeface="Merriweather" panose="00000500000000000000" pitchFamily="2" charset="0"/>
                <a:ea typeface="DM Sans"/>
                <a:cs typeface="DM Sans"/>
                <a:sym typeface="DM Sans"/>
              </a:rPr>
              <a:t>Cụ</a:t>
            </a:r>
            <a:r>
              <a:rPr lang="en-US" sz="2050" b="1" i="0" u="none" strike="noStrike" cap="none" dirty="0">
                <a:solidFill>
                  <a:srgbClr val="334155"/>
                </a:solidFill>
                <a:latin typeface="Merriweather" panose="00000500000000000000" pitchFamily="2" charset="0"/>
                <a:ea typeface="DM Sans"/>
                <a:cs typeface="DM Sans"/>
                <a:sym typeface="DM Sans"/>
              </a:rPr>
              <a:t> </a:t>
            </a:r>
            <a:r>
              <a:rPr lang="en-US" sz="2050" b="1" i="0" u="none" strike="noStrike" cap="none" dirty="0" err="1">
                <a:solidFill>
                  <a:srgbClr val="334155"/>
                </a:solidFill>
                <a:latin typeface="Merriweather" panose="00000500000000000000" pitchFamily="2" charset="0"/>
                <a:ea typeface="DM Sans"/>
                <a:cs typeface="DM Sans"/>
                <a:sym typeface="DM Sans"/>
              </a:rPr>
              <a:t>thể</a:t>
            </a:r>
            <a:r>
              <a:rPr lang="en-US" sz="2050" b="1" i="0" u="none" strike="noStrike" cap="none" dirty="0">
                <a:solidFill>
                  <a:srgbClr val="334155"/>
                </a:solidFill>
                <a:latin typeface="Merriweather" panose="00000500000000000000" pitchFamily="2" charset="0"/>
                <a:ea typeface="DM Sans"/>
                <a:cs typeface="DM Sans"/>
                <a:sym typeface="DM Sans"/>
              </a:rPr>
              <a:t>:</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Gắn</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liền</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điều</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kiện</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không</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gian</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thời</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gian</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và</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hoàn</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cảnh</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lịch</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sử</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xác</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định</a:t>
            </a:r>
            <a:r>
              <a:rPr lang="en-US" sz="2050" b="0" i="0" u="none" strike="noStrike" cap="none" dirty="0">
                <a:solidFill>
                  <a:srgbClr val="334155"/>
                </a:solidFill>
                <a:latin typeface="Merriweather" panose="00000500000000000000" pitchFamily="2" charset="0"/>
                <a:ea typeface="DM Sans"/>
                <a:cs typeface="DM Sans"/>
                <a:sym typeface="DM Sans"/>
              </a:rPr>
              <a:t>.</a:t>
            </a:r>
            <a:endParaRPr sz="1800" dirty="0">
              <a:latin typeface="Merriweather" panose="00000500000000000000" pitchFamily="2" charset="0"/>
            </a:endParaRPr>
          </a:p>
        </p:txBody>
      </p:sp>
      <p:sp>
        <p:nvSpPr>
          <p:cNvPr id="5" name="Google Shape;168;p20">
            <a:extLst>
              <a:ext uri="{FF2B5EF4-FFF2-40B4-BE49-F238E27FC236}">
                <a16:creationId xmlns:a16="http://schemas.microsoft.com/office/drawing/2014/main" id="{5B592921-5182-BA7D-A427-A0A5A02893DC}"/>
              </a:ext>
            </a:extLst>
          </p:cNvPr>
          <p:cNvSpPr txBox="1"/>
          <p:nvPr/>
        </p:nvSpPr>
        <p:spPr>
          <a:xfrm>
            <a:off x="12363825" y="12378783"/>
            <a:ext cx="6320400" cy="100950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050" b="1" i="0" u="none" strike="noStrike" cap="none" dirty="0" err="1">
                <a:solidFill>
                  <a:srgbClr val="334155"/>
                </a:solidFill>
                <a:latin typeface="Merriweather" panose="00000500000000000000" pitchFamily="2" charset="0"/>
                <a:ea typeface="DM Sans"/>
                <a:cs typeface="DM Sans"/>
                <a:sym typeface="DM Sans"/>
              </a:rPr>
              <a:t>Tính</a:t>
            </a:r>
            <a:r>
              <a:rPr lang="en-US" sz="2050" b="1" i="0" u="none" strike="noStrike" cap="none" dirty="0">
                <a:solidFill>
                  <a:srgbClr val="334155"/>
                </a:solidFill>
                <a:latin typeface="Merriweather" panose="00000500000000000000" pitchFamily="2" charset="0"/>
                <a:ea typeface="DM Sans"/>
                <a:cs typeface="DM Sans"/>
                <a:sym typeface="DM Sans"/>
              </a:rPr>
              <a:t> </a:t>
            </a:r>
            <a:r>
              <a:rPr lang="en-US" sz="2050" b="1" i="0" u="none" strike="noStrike" cap="none" dirty="0" err="1">
                <a:solidFill>
                  <a:srgbClr val="334155"/>
                </a:solidFill>
                <a:latin typeface="Merriweather" panose="00000500000000000000" pitchFamily="2" charset="0"/>
                <a:ea typeface="DM Sans"/>
                <a:cs typeface="DM Sans"/>
                <a:sym typeface="DM Sans"/>
              </a:rPr>
              <a:t>Tương</a:t>
            </a:r>
            <a:r>
              <a:rPr lang="en-US" sz="2050" b="1" i="0" u="none" strike="noStrike" cap="none" dirty="0">
                <a:solidFill>
                  <a:srgbClr val="334155"/>
                </a:solidFill>
                <a:latin typeface="Merriweather" panose="00000500000000000000" pitchFamily="2" charset="0"/>
                <a:ea typeface="DM Sans"/>
                <a:cs typeface="DM Sans"/>
                <a:sym typeface="DM Sans"/>
              </a:rPr>
              <a:t> </a:t>
            </a:r>
            <a:r>
              <a:rPr lang="en-US" sz="2050" b="1" i="0" u="none" strike="noStrike" cap="none" dirty="0" err="1">
                <a:solidFill>
                  <a:srgbClr val="334155"/>
                </a:solidFill>
                <a:latin typeface="Merriweather" panose="00000500000000000000" pitchFamily="2" charset="0"/>
                <a:ea typeface="DM Sans"/>
                <a:cs typeface="DM Sans"/>
                <a:sym typeface="DM Sans"/>
              </a:rPr>
              <a:t>đối</a:t>
            </a:r>
            <a:r>
              <a:rPr lang="en-US" sz="2050" b="1" i="0" u="none" strike="noStrike" cap="none" dirty="0">
                <a:solidFill>
                  <a:srgbClr val="334155"/>
                </a:solidFill>
                <a:latin typeface="Merriweather" panose="00000500000000000000" pitchFamily="2" charset="0"/>
                <a:ea typeface="DM Sans"/>
                <a:cs typeface="DM Sans"/>
                <a:sym typeface="DM Sans"/>
              </a:rPr>
              <a:t>:</a:t>
            </a:r>
            <a:r>
              <a:rPr lang="en-US" sz="2050" b="0" i="0" u="none" strike="noStrike" cap="none" dirty="0">
                <a:solidFill>
                  <a:srgbClr val="334155"/>
                </a:solidFill>
                <a:latin typeface="Merriweather" panose="00000500000000000000" pitchFamily="2" charset="0"/>
                <a:ea typeface="DM Sans"/>
                <a:cs typeface="DM Sans"/>
                <a:sym typeface="DM Sans"/>
              </a:rPr>
              <a:t> Phản </a:t>
            </a:r>
            <a:r>
              <a:rPr lang="en-US" sz="2050" b="0" i="0" u="none" strike="noStrike" cap="none" dirty="0" err="1">
                <a:solidFill>
                  <a:srgbClr val="334155"/>
                </a:solidFill>
                <a:latin typeface="Merriweather" panose="00000500000000000000" pitchFamily="2" charset="0"/>
                <a:ea typeface="DM Sans"/>
                <a:cs typeface="DM Sans"/>
                <a:sym typeface="DM Sans"/>
              </a:rPr>
              <a:t>ánh</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đúng</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nhưng</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chưa</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đầy</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đủ</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toàn</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diện</a:t>
            </a:r>
            <a:r>
              <a:rPr lang="en-US" sz="2050" b="0" i="0" u="none" strike="noStrike" cap="none" dirty="0">
                <a:solidFill>
                  <a:srgbClr val="334155"/>
                </a:solidFill>
                <a:latin typeface="Merriweather" panose="00000500000000000000" pitchFamily="2" charset="0"/>
                <a:ea typeface="DM Sans"/>
                <a:cs typeface="DM Sans"/>
                <a:sym typeface="DM Sans"/>
              </a:rPr>
              <a:t> ở </a:t>
            </a:r>
            <a:r>
              <a:rPr lang="en-US" sz="2050" b="0" i="0" u="none" strike="noStrike" cap="none" dirty="0" err="1">
                <a:solidFill>
                  <a:srgbClr val="334155"/>
                </a:solidFill>
                <a:latin typeface="Merriweather" panose="00000500000000000000" pitchFamily="2" charset="0"/>
                <a:ea typeface="DM Sans"/>
                <a:cs typeface="DM Sans"/>
                <a:sym typeface="DM Sans"/>
              </a:rPr>
              <a:t>một</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giai</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đoạn</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giới</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hạn</a:t>
            </a:r>
            <a:r>
              <a:rPr lang="en-US" sz="2050" b="0" i="0" u="none" strike="noStrike" cap="none" dirty="0">
                <a:solidFill>
                  <a:srgbClr val="334155"/>
                </a:solidFill>
                <a:latin typeface="Merriweather" panose="00000500000000000000" pitchFamily="2" charset="0"/>
                <a:ea typeface="DM Sans"/>
                <a:cs typeface="DM Sans"/>
                <a:sym typeface="DM Sans"/>
              </a:rPr>
              <a:t>.</a:t>
            </a:r>
            <a:endParaRPr sz="1800" dirty="0">
              <a:latin typeface="Merriweather" panose="00000500000000000000" pitchFamily="2" charset="0"/>
            </a:endParaRPr>
          </a:p>
        </p:txBody>
      </p:sp>
      <p:sp>
        <p:nvSpPr>
          <p:cNvPr id="6" name="Google Shape;169;p20">
            <a:extLst>
              <a:ext uri="{FF2B5EF4-FFF2-40B4-BE49-F238E27FC236}">
                <a16:creationId xmlns:a16="http://schemas.microsoft.com/office/drawing/2014/main" id="{F9DE0A65-B30B-8456-1B58-C90392C51871}"/>
              </a:ext>
            </a:extLst>
          </p:cNvPr>
          <p:cNvSpPr txBox="1"/>
          <p:nvPr/>
        </p:nvSpPr>
        <p:spPr>
          <a:xfrm>
            <a:off x="15195675" y="14492786"/>
            <a:ext cx="6136500" cy="100950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050" b="1" i="0" u="none" strike="noStrike" cap="none" dirty="0" err="1">
                <a:solidFill>
                  <a:srgbClr val="334155"/>
                </a:solidFill>
                <a:latin typeface="Merriweather" panose="00000500000000000000" pitchFamily="2" charset="0"/>
                <a:ea typeface="DM Sans"/>
                <a:cs typeface="DM Sans"/>
                <a:sym typeface="DM Sans"/>
              </a:rPr>
              <a:t>Tính</a:t>
            </a:r>
            <a:r>
              <a:rPr lang="en-US" sz="2050" b="1" i="0" u="none" strike="noStrike" cap="none" dirty="0">
                <a:solidFill>
                  <a:srgbClr val="334155"/>
                </a:solidFill>
                <a:latin typeface="Merriweather" panose="00000500000000000000" pitchFamily="2" charset="0"/>
                <a:ea typeface="DM Sans"/>
                <a:cs typeface="DM Sans"/>
                <a:sym typeface="DM Sans"/>
              </a:rPr>
              <a:t> </a:t>
            </a:r>
            <a:r>
              <a:rPr lang="en-US" sz="2050" b="1" i="0" u="none" strike="noStrike" cap="none" dirty="0" err="1">
                <a:solidFill>
                  <a:srgbClr val="334155"/>
                </a:solidFill>
                <a:latin typeface="Merriweather" panose="00000500000000000000" pitchFamily="2" charset="0"/>
                <a:ea typeface="DM Sans"/>
                <a:cs typeface="DM Sans"/>
                <a:sym typeface="DM Sans"/>
              </a:rPr>
              <a:t>Tuyệt</a:t>
            </a:r>
            <a:r>
              <a:rPr lang="en-US" sz="2050" b="1" i="0" u="none" strike="noStrike" cap="none" dirty="0">
                <a:solidFill>
                  <a:srgbClr val="334155"/>
                </a:solidFill>
                <a:latin typeface="Merriweather" panose="00000500000000000000" pitchFamily="2" charset="0"/>
                <a:ea typeface="DM Sans"/>
                <a:cs typeface="DM Sans"/>
                <a:sym typeface="DM Sans"/>
              </a:rPr>
              <a:t> </a:t>
            </a:r>
            <a:r>
              <a:rPr lang="en-US" sz="2050" b="1" i="0" u="none" strike="noStrike" cap="none" dirty="0" err="1">
                <a:solidFill>
                  <a:srgbClr val="334155"/>
                </a:solidFill>
                <a:latin typeface="Merriweather" panose="00000500000000000000" pitchFamily="2" charset="0"/>
                <a:ea typeface="DM Sans"/>
                <a:cs typeface="DM Sans"/>
                <a:sym typeface="DM Sans"/>
              </a:rPr>
              <a:t>đối</a:t>
            </a:r>
            <a:r>
              <a:rPr lang="en-US" sz="2050" b="1" i="0" u="none" strike="noStrike" cap="none" dirty="0">
                <a:solidFill>
                  <a:srgbClr val="334155"/>
                </a:solidFill>
                <a:latin typeface="Merriweather" panose="00000500000000000000" pitchFamily="2" charset="0"/>
                <a:ea typeface="DM Sans"/>
                <a:cs typeface="DM Sans"/>
                <a:sym typeface="DM Sans"/>
              </a:rPr>
              <a:t>:</a:t>
            </a:r>
            <a:r>
              <a:rPr lang="en-US" sz="2050" b="0" i="0" u="none" strike="noStrike" cap="none" dirty="0">
                <a:solidFill>
                  <a:srgbClr val="334155"/>
                </a:solidFill>
                <a:latin typeface="Merriweather" panose="00000500000000000000" pitchFamily="2" charset="0"/>
                <a:ea typeface="DM Sans"/>
                <a:cs typeface="DM Sans"/>
                <a:sym typeface="DM Sans"/>
              </a:rPr>
              <a:t> Phản </a:t>
            </a:r>
            <a:r>
              <a:rPr lang="en-US" sz="2050" b="0" i="0" u="none" strike="noStrike" cap="none" dirty="0" err="1">
                <a:solidFill>
                  <a:srgbClr val="334155"/>
                </a:solidFill>
                <a:latin typeface="Merriweather" panose="00000500000000000000" pitchFamily="2" charset="0"/>
                <a:ea typeface="DM Sans"/>
                <a:cs typeface="DM Sans"/>
                <a:sym typeface="DM Sans"/>
              </a:rPr>
              <a:t>ánh</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đầy</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đủ</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hiện</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thực</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khách</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quan</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là</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tổng</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số</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các</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chân</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lý</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tương</a:t>
            </a:r>
            <a:r>
              <a:rPr lang="en-US" sz="2050" b="0" i="0" u="none" strike="noStrike" cap="none" dirty="0">
                <a:solidFill>
                  <a:srgbClr val="334155"/>
                </a:solidFill>
                <a:latin typeface="Merriweather" panose="00000500000000000000" pitchFamily="2" charset="0"/>
                <a:ea typeface="DM Sans"/>
                <a:cs typeface="DM Sans"/>
                <a:sym typeface="DM Sans"/>
              </a:rPr>
              <a:t> </a:t>
            </a:r>
            <a:r>
              <a:rPr lang="en-US" sz="2050" b="0" i="0" u="none" strike="noStrike" cap="none" dirty="0" err="1">
                <a:solidFill>
                  <a:srgbClr val="334155"/>
                </a:solidFill>
                <a:latin typeface="Merriweather" panose="00000500000000000000" pitchFamily="2" charset="0"/>
                <a:ea typeface="DM Sans"/>
                <a:cs typeface="DM Sans"/>
                <a:sym typeface="DM Sans"/>
              </a:rPr>
              <a:t>đối</a:t>
            </a:r>
            <a:r>
              <a:rPr lang="en-US" sz="2050" b="0" i="0" u="none" strike="noStrike" cap="none" dirty="0">
                <a:solidFill>
                  <a:srgbClr val="334155"/>
                </a:solidFill>
                <a:latin typeface="Merriweather" panose="00000500000000000000" pitchFamily="2" charset="0"/>
                <a:ea typeface="DM Sans"/>
                <a:cs typeface="DM Sans"/>
                <a:sym typeface="DM Sans"/>
              </a:rPr>
              <a:t>).</a:t>
            </a:r>
            <a:endParaRPr sz="1800" dirty="0">
              <a:latin typeface="Merriweather" panose="00000500000000000000" pitchFamily="2" charset="0"/>
            </a:endParaRPr>
          </a:p>
        </p:txBody>
      </p:sp>
      <p:sp>
        <p:nvSpPr>
          <p:cNvPr id="7" name="Google Shape;164;p20">
            <a:extLst>
              <a:ext uri="{FF2B5EF4-FFF2-40B4-BE49-F238E27FC236}">
                <a16:creationId xmlns:a16="http://schemas.microsoft.com/office/drawing/2014/main" id="{9BF2F706-7236-1E11-4B5A-8D8723F2F5C6}"/>
              </a:ext>
            </a:extLst>
          </p:cNvPr>
          <p:cNvSpPr txBox="1"/>
          <p:nvPr/>
        </p:nvSpPr>
        <p:spPr>
          <a:xfrm>
            <a:off x="13521149" y="303738"/>
            <a:ext cx="7513800" cy="5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dirty="0">
                <a:solidFill>
                  <a:srgbClr val="003366"/>
                </a:solidFill>
                <a:latin typeface="Merriweather" panose="00000500000000000000" pitchFamily="2" charset="0"/>
                <a:ea typeface="Merriweather"/>
                <a:cs typeface="Merriweather"/>
                <a:sym typeface="Merriweather"/>
              </a:rPr>
              <a:t>Các </a:t>
            </a:r>
            <a:r>
              <a:rPr lang="en-US" sz="3600" b="1" i="0" u="none" strike="noStrike" cap="none" dirty="0" err="1">
                <a:solidFill>
                  <a:srgbClr val="003366"/>
                </a:solidFill>
                <a:latin typeface="Merriweather" panose="00000500000000000000" pitchFamily="2" charset="0"/>
                <a:ea typeface="Merriweather"/>
                <a:cs typeface="Merriweather"/>
                <a:sym typeface="Merriweather"/>
              </a:rPr>
              <a:t>đặc</a:t>
            </a:r>
            <a:r>
              <a:rPr lang="en-US" sz="3600" b="1" i="0" u="none" strike="noStrike" cap="none" dirty="0">
                <a:solidFill>
                  <a:srgbClr val="003366"/>
                </a:solidFill>
                <a:latin typeface="Merriweather" panose="00000500000000000000" pitchFamily="2" charset="0"/>
                <a:ea typeface="Merriweather"/>
                <a:cs typeface="Merriweather"/>
                <a:sym typeface="Merriweather"/>
              </a:rPr>
              <a:t> </a:t>
            </a:r>
            <a:r>
              <a:rPr lang="en-US" sz="3600" b="1" i="0" u="none" strike="noStrike" cap="none" dirty="0" err="1">
                <a:solidFill>
                  <a:srgbClr val="003366"/>
                </a:solidFill>
                <a:latin typeface="Merriweather" panose="00000500000000000000" pitchFamily="2" charset="0"/>
                <a:ea typeface="Merriweather"/>
                <a:cs typeface="Merriweather"/>
                <a:sym typeface="Merriweather"/>
              </a:rPr>
              <a:t>tính</a:t>
            </a:r>
            <a:r>
              <a:rPr lang="en-US" sz="3600" b="1" i="0" u="none" strike="noStrike" cap="none" dirty="0">
                <a:solidFill>
                  <a:srgbClr val="003366"/>
                </a:solidFill>
                <a:latin typeface="Merriweather" panose="00000500000000000000" pitchFamily="2" charset="0"/>
                <a:ea typeface="Merriweather"/>
                <a:cs typeface="Merriweather"/>
                <a:sym typeface="Merriweather"/>
              </a:rPr>
              <a:t> </a:t>
            </a:r>
            <a:r>
              <a:rPr lang="en-US" sz="3600" b="1" i="0" u="none" strike="noStrike" cap="none" dirty="0" err="1">
                <a:solidFill>
                  <a:srgbClr val="003366"/>
                </a:solidFill>
                <a:latin typeface="Merriweather" panose="00000500000000000000" pitchFamily="2" charset="0"/>
                <a:ea typeface="Merriweather"/>
                <a:cs typeface="Merriweather"/>
                <a:sym typeface="Merriweather"/>
              </a:rPr>
              <a:t>cốt</a:t>
            </a:r>
            <a:r>
              <a:rPr lang="en-US" sz="3600" b="1" i="0" u="none" strike="noStrike" cap="none" dirty="0">
                <a:solidFill>
                  <a:srgbClr val="003366"/>
                </a:solidFill>
                <a:latin typeface="Merriweather" panose="00000500000000000000" pitchFamily="2" charset="0"/>
                <a:ea typeface="Merriweather"/>
                <a:cs typeface="Merriweather"/>
                <a:sym typeface="Merriweather"/>
              </a:rPr>
              <a:t> </a:t>
            </a:r>
            <a:r>
              <a:rPr lang="en-US" sz="3600" b="1" i="0" u="none" strike="noStrike" cap="none" dirty="0" err="1">
                <a:solidFill>
                  <a:srgbClr val="003366"/>
                </a:solidFill>
                <a:latin typeface="Merriweather" panose="00000500000000000000" pitchFamily="2" charset="0"/>
                <a:ea typeface="Merriweather"/>
                <a:cs typeface="Merriweather"/>
                <a:sym typeface="Merriweather"/>
              </a:rPr>
              <a:t>lõi</a:t>
            </a:r>
            <a:r>
              <a:rPr lang="en-US" sz="3600" b="1" i="0" u="none" strike="noStrike" cap="none" dirty="0">
                <a:solidFill>
                  <a:srgbClr val="003366"/>
                </a:solidFill>
                <a:latin typeface="Merriweather" panose="00000500000000000000" pitchFamily="2" charset="0"/>
                <a:ea typeface="Merriweather"/>
                <a:cs typeface="Merriweather"/>
                <a:sym typeface="Merriweather"/>
              </a:rPr>
              <a:t> </a:t>
            </a:r>
            <a:r>
              <a:rPr lang="en-US" sz="3600" b="1" i="0" u="none" strike="noStrike" cap="none" dirty="0" err="1">
                <a:solidFill>
                  <a:srgbClr val="003366"/>
                </a:solidFill>
                <a:latin typeface="Merriweather" panose="00000500000000000000" pitchFamily="2" charset="0"/>
                <a:ea typeface="Merriweather"/>
                <a:cs typeface="Merriweather"/>
                <a:sym typeface="Merriweather"/>
              </a:rPr>
              <a:t>của</a:t>
            </a:r>
            <a:r>
              <a:rPr lang="en-US" sz="3600" b="1" i="0" u="none" strike="noStrike" cap="none" dirty="0">
                <a:solidFill>
                  <a:srgbClr val="003366"/>
                </a:solidFill>
                <a:latin typeface="Merriweather" panose="00000500000000000000" pitchFamily="2" charset="0"/>
                <a:ea typeface="Merriweather"/>
                <a:cs typeface="Merriweather"/>
                <a:sym typeface="Merriweather"/>
              </a:rPr>
              <a:t> </a:t>
            </a:r>
            <a:r>
              <a:rPr lang="en-US" sz="3600" b="1" i="0" u="none" strike="noStrike" cap="none" dirty="0" err="1">
                <a:solidFill>
                  <a:srgbClr val="003366"/>
                </a:solidFill>
                <a:latin typeface="Merriweather" panose="00000500000000000000" pitchFamily="2" charset="0"/>
                <a:ea typeface="Merriweather"/>
                <a:cs typeface="Merriweather"/>
                <a:sym typeface="Merriweather"/>
              </a:rPr>
              <a:t>Chân</a:t>
            </a:r>
            <a:r>
              <a:rPr lang="en-US" sz="3600" b="1" i="0" u="none" strike="noStrike" cap="none" dirty="0">
                <a:solidFill>
                  <a:srgbClr val="003366"/>
                </a:solidFill>
                <a:latin typeface="Merriweather" panose="00000500000000000000" pitchFamily="2" charset="0"/>
                <a:ea typeface="Merriweather"/>
                <a:cs typeface="Merriweather"/>
                <a:sym typeface="Merriweather"/>
              </a:rPr>
              <a:t> </a:t>
            </a:r>
            <a:r>
              <a:rPr lang="en-US" sz="3600" b="1" i="0" u="none" strike="noStrike" cap="none" dirty="0" err="1">
                <a:solidFill>
                  <a:srgbClr val="003366"/>
                </a:solidFill>
                <a:latin typeface="Merriweather" panose="00000500000000000000" pitchFamily="2" charset="0"/>
                <a:ea typeface="Merriweather"/>
                <a:cs typeface="Merriweather"/>
                <a:sym typeface="Merriweather"/>
              </a:rPr>
              <a:t>lý</a:t>
            </a:r>
            <a:endParaRPr dirty="0">
              <a:latin typeface="Merriweather" panose="00000500000000000000" pitchFamily="2" charset="0"/>
            </a:endParaRPr>
          </a:p>
        </p:txBody>
      </p:sp>
      <p:pic>
        <p:nvPicPr>
          <p:cNvPr id="8" name="Google Shape;188;p22" descr="VHU - KỶ NIỆM 202 NĂM NGÀY SINH CÁC MÁC (5/5/1818 – 5/5/2020) ———————————  Trong hàng ngũ những vĩ nhân của lịch sử nhân loại, Các Mác (Karl Marx)  chiếm một vị">
            <a:extLst>
              <a:ext uri="{FF2B5EF4-FFF2-40B4-BE49-F238E27FC236}">
                <a16:creationId xmlns:a16="http://schemas.microsoft.com/office/drawing/2014/main" id="{62CE25D4-CAF0-9186-7073-F6229CD3A5CD}"/>
              </a:ext>
            </a:extLst>
          </p:cNvPr>
          <p:cNvPicPr preferRelativeResize="0"/>
          <p:nvPr/>
        </p:nvPicPr>
        <p:blipFill>
          <a:blip r:embed="rId5">
            <a:alphaModFix/>
          </a:blip>
          <a:stretch>
            <a:fillRect/>
          </a:stretch>
        </p:blipFill>
        <p:spPr>
          <a:xfrm>
            <a:off x="7033154" y="-5712954"/>
            <a:ext cx="4753350" cy="5413575"/>
          </a:xfrm>
          <a:prstGeom prst="rect">
            <a:avLst/>
          </a:prstGeom>
          <a:noFill/>
          <a:ln>
            <a:noFill/>
          </a:ln>
        </p:spPr>
      </p:pic>
      <p:sp>
        <p:nvSpPr>
          <p:cNvPr id="9" name="Google Shape;183;p22">
            <a:extLst>
              <a:ext uri="{FF2B5EF4-FFF2-40B4-BE49-F238E27FC236}">
                <a16:creationId xmlns:a16="http://schemas.microsoft.com/office/drawing/2014/main" id="{15DB44A9-9490-9B59-C101-FBED51822367}"/>
              </a:ext>
            </a:extLst>
          </p:cNvPr>
          <p:cNvSpPr txBox="1"/>
          <p:nvPr/>
        </p:nvSpPr>
        <p:spPr>
          <a:xfrm>
            <a:off x="-6968263" y="497000"/>
            <a:ext cx="5927100" cy="585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800" b="1" i="0" u="none" strike="noStrike" cap="none">
                <a:solidFill>
                  <a:srgbClr val="003366"/>
                </a:solidFill>
                <a:latin typeface="Merriweather" panose="00000500000000000000" pitchFamily="2" charset="0"/>
                <a:ea typeface="Merriweather"/>
                <a:cs typeface="Merriweather"/>
                <a:sym typeface="Merriweather"/>
              </a:rPr>
              <a:t>Sức mạnh của Thực tiễn</a:t>
            </a:r>
            <a:endParaRPr sz="1600">
              <a:latin typeface="Merriweather" panose="00000500000000000000" pitchFamily="2" charset="0"/>
            </a:endParaRPr>
          </a:p>
        </p:txBody>
      </p:sp>
      <p:sp>
        <p:nvSpPr>
          <p:cNvPr id="10" name="Google Shape;184;p22">
            <a:extLst>
              <a:ext uri="{FF2B5EF4-FFF2-40B4-BE49-F238E27FC236}">
                <a16:creationId xmlns:a16="http://schemas.microsoft.com/office/drawing/2014/main" id="{D93C59ED-8EA9-DA98-9824-68C7C938E10E}"/>
              </a:ext>
            </a:extLst>
          </p:cNvPr>
          <p:cNvSpPr txBox="1"/>
          <p:nvPr/>
        </p:nvSpPr>
        <p:spPr>
          <a:xfrm>
            <a:off x="-12895363" y="1306099"/>
            <a:ext cx="5927100" cy="1107996"/>
          </a:xfrm>
          <a:prstGeom prst="rect">
            <a:avLst/>
          </a:prstGeom>
          <a:noFill/>
          <a:ln>
            <a:noFill/>
          </a:ln>
        </p:spPr>
        <p:txBody>
          <a:bodyPr spcFirstLastPara="1" wrap="square" lIns="0" tIns="0" rIns="0" bIns="0" anchor="t" anchorCtr="0">
            <a:spAutoFit/>
          </a:bodyPr>
          <a:lstStyle/>
          <a:p>
            <a:pPr marL="457200" marR="0" lvl="0" indent="-371475" algn="just" rtl="0">
              <a:lnSpc>
                <a:spcPct val="160000"/>
              </a:lnSpc>
              <a:spcBef>
                <a:spcPts val="0"/>
              </a:spcBef>
              <a:spcAft>
                <a:spcPts val="0"/>
              </a:spcAft>
              <a:buClr>
                <a:srgbClr val="334155"/>
              </a:buClr>
              <a:buSzPts val="2250"/>
              <a:buFont typeface="DM Sans"/>
              <a:buChar char="-"/>
            </a:pPr>
            <a:r>
              <a:rPr lang="en-US" sz="2250" b="1" i="0" u="none" strike="noStrike" cap="none">
                <a:solidFill>
                  <a:srgbClr val="334155"/>
                </a:solidFill>
                <a:latin typeface="Merriweather" panose="00000500000000000000" pitchFamily="2" charset="0"/>
                <a:ea typeface="DM Sans"/>
                <a:cs typeface="DM Sans"/>
                <a:sym typeface="DM Sans"/>
              </a:rPr>
              <a:t>Thực tiễn là toàn bộ hoạt động</a:t>
            </a:r>
            <a:r>
              <a:rPr lang="en-US" sz="2250" b="1">
                <a:solidFill>
                  <a:srgbClr val="334155"/>
                </a:solidFill>
                <a:latin typeface="Merriweather" panose="00000500000000000000" pitchFamily="2" charset="0"/>
                <a:ea typeface="DM Sans"/>
                <a:cs typeface="DM Sans"/>
                <a:sym typeface="DM Sans"/>
              </a:rPr>
              <a:t> </a:t>
            </a:r>
            <a:r>
              <a:rPr lang="en-US" sz="2250" b="1" i="0" u="none" strike="noStrike" cap="none">
                <a:solidFill>
                  <a:srgbClr val="334155"/>
                </a:solidFill>
                <a:latin typeface="Merriweather" panose="00000500000000000000" pitchFamily="2" charset="0"/>
                <a:ea typeface="DM Sans"/>
                <a:cs typeface="DM Sans"/>
                <a:sym typeface="DM Sans"/>
              </a:rPr>
              <a:t>vật chất nhằm cải tạo tự nhiên và xã hội. </a:t>
            </a:r>
            <a:endParaRPr sz="2250" b="1">
              <a:solidFill>
                <a:srgbClr val="334155"/>
              </a:solidFill>
              <a:latin typeface="Merriweather" panose="00000500000000000000" pitchFamily="2" charset="0"/>
              <a:ea typeface="DM Sans"/>
              <a:cs typeface="DM Sans"/>
              <a:sym typeface="DM Sans"/>
            </a:endParaRPr>
          </a:p>
        </p:txBody>
      </p:sp>
      <p:sp>
        <p:nvSpPr>
          <p:cNvPr id="11" name="Google Shape;185;p22">
            <a:extLst>
              <a:ext uri="{FF2B5EF4-FFF2-40B4-BE49-F238E27FC236}">
                <a16:creationId xmlns:a16="http://schemas.microsoft.com/office/drawing/2014/main" id="{5BF5B092-77CB-5140-A64C-7F156A5A5979}"/>
              </a:ext>
            </a:extLst>
          </p:cNvPr>
          <p:cNvSpPr txBox="1"/>
          <p:nvPr/>
        </p:nvSpPr>
        <p:spPr>
          <a:xfrm>
            <a:off x="-19901013" y="5229620"/>
            <a:ext cx="4938600" cy="83715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700" b="0" i="1" u="none" strike="noStrike" cap="none" dirty="0">
                <a:solidFill>
                  <a:srgbClr val="334155"/>
                </a:solidFill>
                <a:latin typeface="Merriweather" panose="00000500000000000000" pitchFamily="2" charset="0"/>
                <a:ea typeface="DM Sans"/>
                <a:cs typeface="DM Sans"/>
                <a:sym typeface="DM Sans"/>
              </a:rPr>
              <a:t>"</a:t>
            </a:r>
            <a:r>
              <a:rPr lang="en-US" sz="1700" b="0" i="1" u="none" strike="noStrike" cap="none" dirty="0" err="1">
                <a:solidFill>
                  <a:srgbClr val="334155"/>
                </a:solidFill>
                <a:latin typeface="Merriweather" panose="00000500000000000000" pitchFamily="2" charset="0"/>
                <a:ea typeface="DM Sans"/>
                <a:cs typeface="DM Sans"/>
                <a:sym typeface="DM Sans"/>
              </a:rPr>
              <a:t>Vấn</a:t>
            </a:r>
            <a:r>
              <a:rPr lang="en-US" sz="1700" b="0" i="1" u="none" strike="noStrike" cap="none" dirty="0">
                <a:solidFill>
                  <a:srgbClr val="334155"/>
                </a:solidFill>
                <a:latin typeface="Merriweather" panose="00000500000000000000" pitchFamily="2" charset="0"/>
                <a:ea typeface="DM Sans"/>
                <a:cs typeface="DM Sans"/>
                <a:sym typeface="DM Sans"/>
              </a:rPr>
              <a:t> </a:t>
            </a:r>
            <a:r>
              <a:rPr lang="en-US" sz="1700" b="0" i="1" u="none" strike="noStrike" cap="none" dirty="0" err="1">
                <a:solidFill>
                  <a:srgbClr val="334155"/>
                </a:solidFill>
                <a:latin typeface="Merriweather" panose="00000500000000000000" pitchFamily="2" charset="0"/>
                <a:ea typeface="DM Sans"/>
                <a:cs typeface="DM Sans"/>
                <a:sym typeface="DM Sans"/>
              </a:rPr>
              <a:t>đề</a:t>
            </a:r>
            <a:r>
              <a:rPr lang="en-US" sz="1700" b="0" i="1" u="none" strike="noStrike" cap="none" dirty="0">
                <a:solidFill>
                  <a:srgbClr val="334155"/>
                </a:solidFill>
                <a:latin typeface="Merriweather" panose="00000500000000000000" pitchFamily="2" charset="0"/>
                <a:ea typeface="DM Sans"/>
                <a:cs typeface="DM Sans"/>
                <a:sym typeface="DM Sans"/>
              </a:rPr>
              <a:t> </a:t>
            </a:r>
            <a:r>
              <a:rPr lang="en-US" sz="1700" b="0" i="1" u="none" strike="noStrike" cap="none" dirty="0" err="1">
                <a:solidFill>
                  <a:srgbClr val="334155"/>
                </a:solidFill>
                <a:latin typeface="Merriweather" panose="00000500000000000000" pitchFamily="2" charset="0"/>
                <a:ea typeface="DM Sans"/>
                <a:cs typeface="DM Sans"/>
                <a:sym typeface="DM Sans"/>
              </a:rPr>
              <a:t>tư</a:t>
            </a:r>
            <a:r>
              <a:rPr lang="en-US" sz="1700" b="0" i="1" u="none" strike="noStrike" cap="none" dirty="0">
                <a:solidFill>
                  <a:srgbClr val="334155"/>
                </a:solidFill>
                <a:latin typeface="Merriweather" panose="00000500000000000000" pitchFamily="2" charset="0"/>
                <a:ea typeface="DM Sans"/>
                <a:cs typeface="DM Sans"/>
                <a:sym typeface="DM Sans"/>
              </a:rPr>
              <a:t> </a:t>
            </a:r>
            <a:r>
              <a:rPr lang="en-US" sz="1700" b="0" i="1" u="none" strike="noStrike" cap="none" dirty="0" err="1">
                <a:solidFill>
                  <a:srgbClr val="334155"/>
                </a:solidFill>
                <a:latin typeface="Merriweather" panose="00000500000000000000" pitchFamily="2" charset="0"/>
                <a:ea typeface="DM Sans"/>
                <a:cs typeface="DM Sans"/>
                <a:sym typeface="DM Sans"/>
              </a:rPr>
              <a:t>duy</a:t>
            </a:r>
            <a:r>
              <a:rPr lang="en-US" sz="1700" b="0" i="1" u="none" strike="noStrike" cap="none" dirty="0">
                <a:solidFill>
                  <a:srgbClr val="334155"/>
                </a:solidFill>
                <a:latin typeface="Merriweather" panose="00000500000000000000" pitchFamily="2" charset="0"/>
                <a:ea typeface="DM Sans"/>
                <a:cs typeface="DM Sans"/>
                <a:sym typeface="DM Sans"/>
              </a:rPr>
              <a:t> </a:t>
            </a:r>
            <a:r>
              <a:rPr lang="en-US" sz="1700" b="0" i="1" u="none" strike="noStrike" cap="none" dirty="0" err="1">
                <a:solidFill>
                  <a:srgbClr val="334155"/>
                </a:solidFill>
                <a:latin typeface="Merriweather" panose="00000500000000000000" pitchFamily="2" charset="0"/>
                <a:ea typeface="DM Sans"/>
                <a:cs typeface="DM Sans"/>
                <a:sym typeface="DM Sans"/>
              </a:rPr>
              <a:t>đạt</a:t>
            </a:r>
            <a:r>
              <a:rPr lang="en-US" sz="1700" b="0" i="1" u="none" strike="noStrike" cap="none" dirty="0">
                <a:solidFill>
                  <a:srgbClr val="334155"/>
                </a:solidFill>
                <a:latin typeface="Merriweather" panose="00000500000000000000" pitchFamily="2" charset="0"/>
                <a:ea typeface="DM Sans"/>
                <a:cs typeface="DM Sans"/>
                <a:sym typeface="DM Sans"/>
              </a:rPr>
              <a:t> </a:t>
            </a:r>
            <a:r>
              <a:rPr lang="en-US" sz="1700" b="0" i="1" u="none" strike="noStrike" cap="none" dirty="0" err="1">
                <a:solidFill>
                  <a:srgbClr val="334155"/>
                </a:solidFill>
                <a:latin typeface="Merriweather" panose="00000500000000000000" pitchFamily="2" charset="0"/>
                <a:ea typeface="DM Sans"/>
                <a:cs typeface="DM Sans"/>
                <a:sym typeface="DM Sans"/>
              </a:rPr>
              <a:t>tới</a:t>
            </a:r>
            <a:r>
              <a:rPr lang="en-US" sz="1700" b="0" i="1" u="none" strike="noStrike" cap="none" dirty="0">
                <a:solidFill>
                  <a:srgbClr val="334155"/>
                </a:solidFill>
                <a:latin typeface="Merriweather" panose="00000500000000000000" pitchFamily="2" charset="0"/>
                <a:ea typeface="DM Sans"/>
                <a:cs typeface="DM Sans"/>
                <a:sym typeface="DM Sans"/>
              </a:rPr>
              <a:t> </a:t>
            </a:r>
            <a:r>
              <a:rPr lang="en-US" sz="1700" b="0" i="1" u="none" strike="noStrike" cap="none" dirty="0" err="1">
                <a:solidFill>
                  <a:srgbClr val="334155"/>
                </a:solidFill>
                <a:latin typeface="Merriweather" panose="00000500000000000000" pitchFamily="2" charset="0"/>
                <a:ea typeface="DM Sans"/>
                <a:cs typeface="DM Sans"/>
                <a:sym typeface="DM Sans"/>
              </a:rPr>
              <a:t>chân</a:t>
            </a:r>
            <a:r>
              <a:rPr lang="en-US" sz="1700" b="0" i="1" u="none" strike="noStrike" cap="none" dirty="0">
                <a:solidFill>
                  <a:srgbClr val="334155"/>
                </a:solidFill>
                <a:latin typeface="Merriweather" panose="00000500000000000000" pitchFamily="2" charset="0"/>
                <a:ea typeface="DM Sans"/>
                <a:cs typeface="DM Sans"/>
                <a:sym typeface="DM Sans"/>
              </a:rPr>
              <a:t> </a:t>
            </a:r>
            <a:r>
              <a:rPr lang="en-US" sz="1700" b="0" i="1" u="none" strike="noStrike" cap="none" dirty="0" err="1">
                <a:solidFill>
                  <a:srgbClr val="334155"/>
                </a:solidFill>
                <a:latin typeface="Merriweather" panose="00000500000000000000" pitchFamily="2" charset="0"/>
                <a:ea typeface="DM Sans"/>
                <a:cs typeface="DM Sans"/>
                <a:sym typeface="DM Sans"/>
              </a:rPr>
              <a:t>lý</a:t>
            </a:r>
            <a:r>
              <a:rPr lang="en-US" sz="1700" b="0" i="1" u="none" strike="noStrike" cap="none" dirty="0">
                <a:solidFill>
                  <a:srgbClr val="334155"/>
                </a:solidFill>
                <a:latin typeface="Merriweather" panose="00000500000000000000" pitchFamily="2" charset="0"/>
                <a:ea typeface="DM Sans"/>
                <a:cs typeface="DM Sans"/>
                <a:sym typeface="DM Sans"/>
              </a:rPr>
              <a:t> </a:t>
            </a:r>
            <a:r>
              <a:rPr lang="en-US" sz="1700" b="0" i="1" u="none" strike="noStrike" cap="none" dirty="0" err="1">
                <a:solidFill>
                  <a:srgbClr val="334155"/>
                </a:solidFill>
                <a:latin typeface="Merriweather" panose="00000500000000000000" pitchFamily="2" charset="0"/>
                <a:ea typeface="DM Sans"/>
                <a:cs typeface="DM Sans"/>
                <a:sym typeface="DM Sans"/>
              </a:rPr>
              <a:t>không</a:t>
            </a:r>
            <a:r>
              <a:rPr lang="en-US" sz="1700" b="0" i="1" u="none" strike="noStrike" cap="none" dirty="0">
                <a:solidFill>
                  <a:srgbClr val="334155"/>
                </a:solidFill>
                <a:latin typeface="Merriweather" panose="00000500000000000000" pitchFamily="2" charset="0"/>
                <a:ea typeface="DM Sans"/>
                <a:cs typeface="DM Sans"/>
                <a:sym typeface="DM Sans"/>
              </a:rPr>
              <a:t> </a:t>
            </a:r>
            <a:r>
              <a:rPr lang="en-US" sz="1700" b="0" i="1" u="none" strike="noStrike" cap="none" dirty="0" err="1">
                <a:solidFill>
                  <a:srgbClr val="334155"/>
                </a:solidFill>
                <a:latin typeface="Merriweather" panose="00000500000000000000" pitchFamily="2" charset="0"/>
                <a:ea typeface="DM Sans"/>
                <a:cs typeface="DM Sans"/>
                <a:sym typeface="DM Sans"/>
              </a:rPr>
              <a:t>phải</a:t>
            </a:r>
            <a:r>
              <a:rPr lang="en-US" sz="1700" b="0" i="1" u="none" strike="noStrike" cap="none" dirty="0">
                <a:solidFill>
                  <a:srgbClr val="334155"/>
                </a:solidFill>
                <a:latin typeface="Merriweather" panose="00000500000000000000" pitchFamily="2" charset="0"/>
                <a:ea typeface="DM Sans"/>
                <a:cs typeface="DM Sans"/>
                <a:sym typeface="DM Sans"/>
              </a:rPr>
              <a:t> </a:t>
            </a:r>
            <a:r>
              <a:rPr lang="en-US" sz="1700" b="0" i="1" u="none" strike="noStrike" cap="none" dirty="0" err="1">
                <a:solidFill>
                  <a:srgbClr val="334155"/>
                </a:solidFill>
                <a:latin typeface="Merriweather" panose="00000500000000000000" pitchFamily="2" charset="0"/>
                <a:ea typeface="DM Sans"/>
                <a:cs typeface="DM Sans"/>
                <a:sym typeface="DM Sans"/>
              </a:rPr>
              <a:t>là</a:t>
            </a:r>
            <a:r>
              <a:rPr lang="en-US" sz="1700" b="0" i="1" u="none" strike="noStrike" cap="none" dirty="0">
                <a:solidFill>
                  <a:srgbClr val="334155"/>
                </a:solidFill>
                <a:latin typeface="Merriweather" panose="00000500000000000000" pitchFamily="2" charset="0"/>
                <a:ea typeface="DM Sans"/>
                <a:cs typeface="DM Sans"/>
                <a:sym typeface="DM Sans"/>
              </a:rPr>
              <a:t> </a:t>
            </a:r>
            <a:r>
              <a:rPr lang="en-US" sz="1700" b="0" i="1" u="none" strike="noStrike" cap="none" dirty="0" err="1">
                <a:solidFill>
                  <a:srgbClr val="334155"/>
                </a:solidFill>
                <a:latin typeface="Merriweather" panose="00000500000000000000" pitchFamily="2" charset="0"/>
                <a:ea typeface="DM Sans"/>
                <a:cs typeface="DM Sans"/>
                <a:sym typeface="DM Sans"/>
              </a:rPr>
              <a:t>vấn</a:t>
            </a:r>
            <a:r>
              <a:rPr lang="en-US" sz="1700" b="0" i="1" u="none" strike="noStrike" cap="none" dirty="0">
                <a:solidFill>
                  <a:srgbClr val="334155"/>
                </a:solidFill>
                <a:latin typeface="Merriweather" panose="00000500000000000000" pitchFamily="2" charset="0"/>
                <a:ea typeface="DM Sans"/>
                <a:cs typeface="DM Sans"/>
                <a:sym typeface="DM Sans"/>
              </a:rPr>
              <a:t> </a:t>
            </a:r>
            <a:r>
              <a:rPr lang="en-US" sz="1700" b="0" i="1" u="none" strike="noStrike" cap="none" dirty="0" err="1">
                <a:solidFill>
                  <a:srgbClr val="334155"/>
                </a:solidFill>
                <a:latin typeface="Merriweather" panose="00000500000000000000" pitchFamily="2" charset="0"/>
                <a:ea typeface="DM Sans"/>
                <a:cs typeface="DM Sans"/>
                <a:sym typeface="DM Sans"/>
              </a:rPr>
              <a:t>đề</a:t>
            </a:r>
            <a:r>
              <a:rPr lang="en-US" sz="1700" b="0" i="1" u="none" strike="noStrike" cap="none" dirty="0">
                <a:solidFill>
                  <a:srgbClr val="334155"/>
                </a:solidFill>
                <a:latin typeface="Merriweather" panose="00000500000000000000" pitchFamily="2" charset="0"/>
                <a:ea typeface="DM Sans"/>
                <a:cs typeface="DM Sans"/>
                <a:sym typeface="DM Sans"/>
              </a:rPr>
              <a:t> </a:t>
            </a:r>
            <a:r>
              <a:rPr lang="en-US" sz="1700" b="0" i="1" u="none" strike="noStrike" cap="none" dirty="0" err="1">
                <a:solidFill>
                  <a:srgbClr val="334155"/>
                </a:solidFill>
                <a:latin typeface="Merriweather" panose="00000500000000000000" pitchFamily="2" charset="0"/>
                <a:ea typeface="DM Sans"/>
                <a:cs typeface="DM Sans"/>
                <a:sym typeface="DM Sans"/>
              </a:rPr>
              <a:t>lý</a:t>
            </a:r>
            <a:r>
              <a:rPr lang="en-US" sz="1700" b="0" i="1" u="none" strike="noStrike" cap="none" dirty="0">
                <a:solidFill>
                  <a:srgbClr val="334155"/>
                </a:solidFill>
                <a:latin typeface="Merriweather" panose="00000500000000000000" pitchFamily="2" charset="0"/>
                <a:ea typeface="DM Sans"/>
                <a:cs typeface="DM Sans"/>
                <a:sym typeface="DM Sans"/>
              </a:rPr>
              <a:t> </a:t>
            </a:r>
            <a:r>
              <a:rPr lang="en-US" sz="1700" b="0" i="1" u="none" strike="noStrike" cap="none" dirty="0" err="1">
                <a:solidFill>
                  <a:srgbClr val="334155"/>
                </a:solidFill>
                <a:latin typeface="Merriweather" panose="00000500000000000000" pitchFamily="2" charset="0"/>
                <a:ea typeface="DM Sans"/>
                <a:cs typeface="DM Sans"/>
                <a:sym typeface="DM Sans"/>
              </a:rPr>
              <a:t>luận</a:t>
            </a:r>
            <a:r>
              <a:rPr lang="en-US" sz="1700" b="0" i="1" u="none" strike="noStrike" cap="none" dirty="0">
                <a:solidFill>
                  <a:srgbClr val="334155"/>
                </a:solidFill>
                <a:latin typeface="Merriweather" panose="00000500000000000000" pitchFamily="2" charset="0"/>
                <a:ea typeface="DM Sans"/>
                <a:cs typeface="DM Sans"/>
                <a:sym typeface="DM Sans"/>
              </a:rPr>
              <a:t> </a:t>
            </a:r>
            <a:r>
              <a:rPr lang="en-US" sz="1700" b="0" i="1" u="none" strike="noStrike" cap="none" dirty="0" err="1">
                <a:solidFill>
                  <a:srgbClr val="334155"/>
                </a:solidFill>
                <a:latin typeface="Merriweather" panose="00000500000000000000" pitchFamily="2" charset="0"/>
                <a:ea typeface="DM Sans"/>
                <a:cs typeface="DM Sans"/>
                <a:sym typeface="DM Sans"/>
              </a:rPr>
              <a:t>mà</a:t>
            </a:r>
            <a:r>
              <a:rPr lang="en-US" sz="1700" b="0" i="1" u="none" strike="noStrike" cap="none" dirty="0">
                <a:solidFill>
                  <a:srgbClr val="334155"/>
                </a:solidFill>
                <a:latin typeface="Merriweather" panose="00000500000000000000" pitchFamily="2" charset="0"/>
                <a:ea typeface="DM Sans"/>
                <a:cs typeface="DM Sans"/>
                <a:sym typeface="DM Sans"/>
              </a:rPr>
              <a:t> </a:t>
            </a:r>
            <a:r>
              <a:rPr lang="en-US" sz="1700" b="0" i="1" u="none" strike="noStrike" cap="none" dirty="0" err="1">
                <a:solidFill>
                  <a:srgbClr val="334155"/>
                </a:solidFill>
                <a:latin typeface="Merriweather" panose="00000500000000000000" pitchFamily="2" charset="0"/>
                <a:ea typeface="DM Sans"/>
                <a:cs typeface="DM Sans"/>
                <a:sym typeface="DM Sans"/>
              </a:rPr>
              <a:t>là</a:t>
            </a:r>
            <a:r>
              <a:rPr lang="en-US" sz="1700" b="0" i="1" u="none" strike="noStrike" cap="none" dirty="0">
                <a:solidFill>
                  <a:srgbClr val="334155"/>
                </a:solidFill>
                <a:latin typeface="Merriweather" panose="00000500000000000000" pitchFamily="2" charset="0"/>
                <a:ea typeface="DM Sans"/>
                <a:cs typeface="DM Sans"/>
                <a:sym typeface="DM Sans"/>
              </a:rPr>
              <a:t> </a:t>
            </a:r>
            <a:r>
              <a:rPr lang="en-US" sz="1700" b="0" i="1" u="none" strike="noStrike" cap="none" dirty="0" err="1">
                <a:solidFill>
                  <a:srgbClr val="334155"/>
                </a:solidFill>
                <a:latin typeface="Merriweather" panose="00000500000000000000" pitchFamily="2" charset="0"/>
                <a:ea typeface="DM Sans"/>
                <a:cs typeface="DM Sans"/>
                <a:sym typeface="DM Sans"/>
              </a:rPr>
              <a:t>thực</a:t>
            </a:r>
            <a:r>
              <a:rPr lang="en-US" sz="1700" b="0" i="1" u="none" strike="noStrike" cap="none" dirty="0">
                <a:solidFill>
                  <a:srgbClr val="334155"/>
                </a:solidFill>
                <a:latin typeface="Merriweather" panose="00000500000000000000" pitchFamily="2" charset="0"/>
                <a:ea typeface="DM Sans"/>
                <a:cs typeface="DM Sans"/>
                <a:sym typeface="DM Sans"/>
              </a:rPr>
              <a:t> </a:t>
            </a:r>
            <a:r>
              <a:rPr lang="en-US" sz="1700" b="0" i="1" u="none" strike="noStrike" cap="none" dirty="0" err="1">
                <a:solidFill>
                  <a:srgbClr val="334155"/>
                </a:solidFill>
                <a:latin typeface="Merriweather" panose="00000500000000000000" pitchFamily="2" charset="0"/>
                <a:ea typeface="DM Sans"/>
                <a:cs typeface="DM Sans"/>
                <a:sym typeface="DM Sans"/>
              </a:rPr>
              <a:t>tiễn</a:t>
            </a:r>
            <a:r>
              <a:rPr lang="en-US" sz="1700" b="0" i="1" u="none" strike="noStrike" cap="none" dirty="0">
                <a:solidFill>
                  <a:srgbClr val="334155"/>
                </a:solidFill>
                <a:latin typeface="Merriweather" panose="00000500000000000000" pitchFamily="2" charset="0"/>
                <a:ea typeface="DM Sans"/>
                <a:cs typeface="DM Sans"/>
                <a:sym typeface="DM Sans"/>
              </a:rPr>
              <a:t>."</a:t>
            </a:r>
            <a:r>
              <a:rPr lang="en-US" sz="1700" b="0" i="0" u="none" strike="noStrike" cap="none" dirty="0">
                <a:solidFill>
                  <a:srgbClr val="334155"/>
                </a:solidFill>
                <a:latin typeface="Merriweather" panose="00000500000000000000" pitchFamily="2" charset="0"/>
                <a:ea typeface="DM Sans"/>
                <a:cs typeface="DM Sans"/>
                <a:sym typeface="DM Sans"/>
              </a:rPr>
              <a:t> - </a:t>
            </a:r>
            <a:r>
              <a:rPr lang="en-US" sz="1700" b="0" i="0" u="none" strike="noStrike" cap="none" dirty="0" err="1">
                <a:solidFill>
                  <a:srgbClr val="334155"/>
                </a:solidFill>
                <a:latin typeface="Merriweather" panose="00000500000000000000" pitchFamily="2" charset="0"/>
                <a:ea typeface="DM Sans"/>
                <a:cs typeface="DM Sans"/>
                <a:sym typeface="DM Sans"/>
              </a:rPr>
              <a:t>C.Mác</a:t>
            </a:r>
            <a:endParaRPr sz="1600" dirty="0">
              <a:latin typeface="Merriweather" panose="00000500000000000000" pitchFamily="2" charset="0"/>
            </a:endParaRPr>
          </a:p>
        </p:txBody>
      </p:sp>
      <p:sp>
        <p:nvSpPr>
          <p:cNvPr id="12" name="Google Shape;186;p22">
            <a:extLst>
              <a:ext uri="{FF2B5EF4-FFF2-40B4-BE49-F238E27FC236}">
                <a16:creationId xmlns:a16="http://schemas.microsoft.com/office/drawing/2014/main" id="{A2265088-DC49-9215-20DA-285D74A5B677}"/>
              </a:ext>
            </a:extLst>
          </p:cNvPr>
          <p:cNvSpPr txBox="1"/>
          <p:nvPr/>
        </p:nvSpPr>
        <p:spPr>
          <a:xfrm>
            <a:off x="-17785888" y="3306431"/>
            <a:ext cx="4444800" cy="1578509"/>
          </a:xfrm>
          <a:prstGeom prst="rect">
            <a:avLst/>
          </a:prstGeom>
          <a:noFill/>
          <a:ln>
            <a:noFill/>
          </a:ln>
        </p:spPr>
        <p:txBody>
          <a:bodyPr spcFirstLastPara="1" wrap="square" lIns="0" tIns="0" rIns="0" bIns="0" anchor="t" anchorCtr="0">
            <a:spAutoFit/>
          </a:bodyPr>
          <a:lstStyle/>
          <a:p>
            <a:pPr marL="457200" marR="0" lvl="0" indent="-364319" algn="l" rtl="0">
              <a:lnSpc>
                <a:spcPct val="160000"/>
              </a:lnSpc>
              <a:spcBef>
                <a:spcPts val="0"/>
              </a:spcBef>
              <a:spcAft>
                <a:spcPts val="0"/>
              </a:spcAft>
              <a:buClr>
                <a:srgbClr val="334155"/>
              </a:buClr>
              <a:buSzPts val="2137"/>
              <a:buFont typeface="DM Sans"/>
              <a:buChar char="●"/>
            </a:pPr>
            <a:r>
              <a:rPr lang="en-US" sz="2137" b="0" i="0" u="none" strike="noStrike" cap="none" dirty="0" err="1">
                <a:solidFill>
                  <a:srgbClr val="334155"/>
                </a:solidFill>
                <a:latin typeface="Merriweather" panose="00000500000000000000" pitchFamily="2" charset="0"/>
                <a:ea typeface="DM Sans"/>
                <a:cs typeface="DM Sans"/>
                <a:sym typeface="DM Sans"/>
              </a:rPr>
              <a:t>Sản</a:t>
            </a:r>
            <a:r>
              <a:rPr lang="en-US" sz="2137" b="0" i="0" u="none" strike="noStrike" cap="none" dirty="0">
                <a:solidFill>
                  <a:srgbClr val="334155"/>
                </a:solidFill>
                <a:latin typeface="Merriweather" panose="00000500000000000000" pitchFamily="2" charset="0"/>
                <a:ea typeface="DM Sans"/>
                <a:cs typeface="DM Sans"/>
                <a:sym typeface="DM Sans"/>
              </a:rPr>
              <a:t> </a:t>
            </a:r>
            <a:r>
              <a:rPr lang="en-US" sz="2137" b="0" i="0" u="none" strike="noStrike" cap="none" dirty="0" err="1">
                <a:solidFill>
                  <a:srgbClr val="334155"/>
                </a:solidFill>
                <a:latin typeface="Merriweather" panose="00000500000000000000" pitchFamily="2" charset="0"/>
                <a:ea typeface="DM Sans"/>
                <a:cs typeface="DM Sans"/>
                <a:sym typeface="DM Sans"/>
              </a:rPr>
              <a:t>xuất</a:t>
            </a:r>
            <a:r>
              <a:rPr lang="en-US" sz="2137" b="0" i="0" u="none" strike="noStrike" cap="none" dirty="0">
                <a:solidFill>
                  <a:srgbClr val="334155"/>
                </a:solidFill>
                <a:latin typeface="Merriweather" panose="00000500000000000000" pitchFamily="2" charset="0"/>
                <a:ea typeface="DM Sans"/>
                <a:cs typeface="DM Sans"/>
                <a:sym typeface="DM Sans"/>
              </a:rPr>
              <a:t> </a:t>
            </a:r>
            <a:r>
              <a:rPr lang="en-US" sz="2137" b="0" i="0" u="none" strike="noStrike" cap="none" dirty="0" err="1">
                <a:solidFill>
                  <a:srgbClr val="334155"/>
                </a:solidFill>
                <a:latin typeface="Merriweather" panose="00000500000000000000" pitchFamily="2" charset="0"/>
                <a:ea typeface="DM Sans"/>
                <a:cs typeface="DM Sans"/>
                <a:sym typeface="DM Sans"/>
              </a:rPr>
              <a:t>vật</a:t>
            </a:r>
            <a:r>
              <a:rPr lang="en-US" sz="2137" b="0" i="0" u="none" strike="noStrike" cap="none" dirty="0">
                <a:solidFill>
                  <a:srgbClr val="334155"/>
                </a:solidFill>
                <a:latin typeface="Merriweather" panose="00000500000000000000" pitchFamily="2" charset="0"/>
                <a:ea typeface="DM Sans"/>
                <a:cs typeface="DM Sans"/>
                <a:sym typeface="DM Sans"/>
              </a:rPr>
              <a:t> </a:t>
            </a:r>
            <a:r>
              <a:rPr lang="en-US" sz="2137" b="0" i="0" u="none" strike="noStrike" cap="none" dirty="0" err="1">
                <a:solidFill>
                  <a:srgbClr val="334155"/>
                </a:solidFill>
                <a:latin typeface="Merriweather" panose="00000500000000000000" pitchFamily="2" charset="0"/>
                <a:ea typeface="DM Sans"/>
                <a:cs typeface="DM Sans"/>
                <a:sym typeface="DM Sans"/>
              </a:rPr>
              <a:t>chất</a:t>
            </a:r>
            <a:endParaRPr sz="2137" b="0" i="0" u="none" strike="noStrike" cap="none" dirty="0">
              <a:solidFill>
                <a:srgbClr val="334155"/>
              </a:solidFill>
              <a:latin typeface="Merriweather" panose="00000500000000000000" pitchFamily="2" charset="0"/>
              <a:ea typeface="DM Sans"/>
              <a:cs typeface="DM Sans"/>
              <a:sym typeface="DM Sans"/>
            </a:endParaRPr>
          </a:p>
          <a:p>
            <a:pPr marL="457200" lvl="0" indent="-364319" algn="l" rtl="0">
              <a:lnSpc>
                <a:spcPct val="160000"/>
              </a:lnSpc>
              <a:spcBef>
                <a:spcPts val="0"/>
              </a:spcBef>
              <a:spcAft>
                <a:spcPts val="0"/>
              </a:spcAft>
              <a:buClr>
                <a:srgbClr val="334155"/>
              </a:buClr>
              <a:buSzPts val="2137"/>
              <a:buFont typeface="DM Sans"/>
              <a:buChar char="●"/>
            </a:pPr>
            <a:r>
              <a:rPr lang="en-US" sz="2137" dirty="0" err="1">
                <a:solidFill>
                  <a:srgbClr val="334155"/>
                </a:solidFill>
                <a:latin typeface="Merriweather" panose="00000500000000000000" pitchFamily="2" charset="0"/>
                <a:ea typeface="DM Sans"/>
                <a:cs typeface="DM Sans"/>
                <a:sym typeface="DM Sans"/>
              </a:rPr>
              <a:t>Hoạt</a:t>
            </a:r>
            <a:r>
              <a:rPr lang="en-US" sz="2137" dirty="0">
                <a:solidFill>
                  <a:srgbClr val="334155"/>
                </a:solidFill>
                <a:latin typeface="Merriweather" panose="00000500000000000000" pitchFamily="2" charset="0"/>
                <a:ea typeface="DM Sans"/>
                <a:cs typeface="DM Sans"/>
                <a:sym typeface="DM Sans"/>
              </a:rPr>
              <a:t> </a:t>
            </a:r>
            <a:r>
              <a:rPr lang="en-US" sz="2137" dirty="0" err="1">
                <a:solidFill>
                  <a:srgbClr val="334155"/>
                </a:solidFill>
                <a:latin typeface="Merriweather" panose="00000500000000000000" pitchFamily="2" charset="0"/>
                <a:ea typeface="DM Sans"/>
                <a:cs typeface="DM Sans"/>
                <a:sym typeface="DM Sans"/>
              </a:rPr>
              <a:t>động</a:t>
            </a:r>
            <a:r>
              <a:rPr lang="en-US" sz="2137" dirty="0">
                <a:solidFill>
                  <a:srgbClr val="334155"/>
                </a:solidFill>
                <a:latin typeface="Merriweather" panose="00000500000000000000" pitchFamily="2" charset="0"/>
                <a:ea typeface="DM Sans"/>
                <a:cs typeface="DM Sans"/>
                <a:sym typeface="DM Sans"/>
              </a:rPr>
              <a:t> </a:t>
            </a:r>
            <a:r>
              <a:rPr lang="en-US" sz="2137" dirty="0" err="1">
                <a:solidFill>
                  <a:srgbClr val="334155"/>
                </a:solidFill>
                <a:latin typeface="Merriweather" panose="00000500000000000000" pitchFamily="2" charset="0"/>
                <a:ea typeface="DM Sans"/>
                <a:cs typeface="DM Sans"/>
                <a:sym typeface="DM Sans"/>
              </a:rPr>
              <a:t>chính</a:t>
            </a:r>
            <a:r>
              <a:rPr lang="en-US" sz="2137" dirty="0">
                <a:solidFill>
                  <a:srgbClr val="334155"/>
                </a:solidFill>
                <a:latin typeface="Merriweather" panose="00000500000000000000" pitchFamily="2" charset="0"/>
                <a:ea typeface="DM Sans"/>
                <a:cs typeface="DM Sans"/>
                <a:sym typeface="DM Sans"/>
              </a:rPr>
              <a:t> </a:t>
            </a:r>
            <a:r>
              <a:rPr lang="en-US" sz="2137" dirty="0" err="1">
                <a:solidFill>
                  <a:srgbClr val="334155"/>
                </a:solidFill>
                <a:latin typeface="Merriweather" panose="00000500000000000000" pitchFamily="2" charset="0"/>
                <a:ea typeface="DM Sans"/>
                <a:cs typeface="DM Sans"/>
                <a:sym typeface="DM Sans"/>
              </a:rPr>
              <a:t>trị</a:t>
            </a:r>
            <a:r>
              <a:rPr lang="en-US" sz="2137" dirty="0">
                <a:solidFill>
                  <a:srgbClr val="334155"/>
                </a:solidFill>
                <a:latin typeface="Merriweather" panose="00000500000000000000" pitchFamily="2" charset="0"/>
                <a:ea typeface="DM Sans"/>
                <a:cs typeface="DM Sans"/>
                <a:sym typeface="DM Sans"/>
              </a:rPr>
              <a:t> - </a:t>
            </a:r>
            <a:r>
              <a:rPr lang="en-US" sz="2137" dirty="0" err="1">
                <a:solidFill>
                  <a:srgbClr val="334155"/>
                </a:solidFill>
                <a:latin typeface="Merriweather" panose="00000500000000000000" pitchFamily="2" charset="0"/>
                <a:ea typeface="DM Sans"/>
                <a:cs typeface="DM Sans"/>
                <a:sym typeface="DM Sans"/>
              </a:rPr>
              <a:t>xã</a:t>
            </a:r>
            <a:r>
              <a:rPr lang="en-US" sz="2137" dirty="0">
                <a:solidFill>
                  <a:srgbClr val="334155"/>
                </a:solidFill>
                <a:latin typeface="Merriweather" panose="00000500000000000000" pitchFamily="2" charset="0"/>
                <a:ea typeface="DM Sans"/>
                <a:cs typeface="DM Sans"/>
                <a:sym typeface="DM Sans"/>
              </a:rPr>
              <a:t> </a:t>
            </a:r>
            <a:r>
              <a:rPr lang="en-US" sz="2137" dirty="0" err="1">
                <a:solidFill>
                  <a:srgbClr val="334155"/>
                </a:solidFill>
                <a:latin typeface="Merriweather" panose="00000500000000000000" pitchFamily="2" charset="0"/>
                <a:ea typeface="DM Sans"/>
                <a:cs typeface="DM Sans"/>
                <a:sym typeface="DM Sans"/>
              </a:rPr>
              <a:t>hội</a:t>
            </a:r>
            <a:endParaRPr sz="1768" dirty="0">
              <a:solidFill>
                <a:schemeClr val="dk1"/>
              </a:solidFill>
              <a:latin typeface="Merriweather" panose="00000500000000000000" pitchFamily="2" charset="0"/>
            </a:endParaRPr>
          </a:p>
          <a:p>
            <a:pPr marL="457200" lvl="0" indent="-364319" algn="l" rtl="0">
              <a:lnSpc>
                <a:spcPct val="160000"/>
              </a:lnSpc>
              <a:spcBef>
                <a:spcPts val="0"/>
              </a:spcBef>
              <a:spcAft>
                <a:spcPts val="0"/>
              </a:spcAft>
              <a:buClr>
                <a:srgbClr val="334155"/>
              </a:buClr>
              <a:buSzPts val="2137"/>
              <a:buFont typeface="DM Sans"/>
              <a:buChar char="●"/>
            </a:pPr>
            <a:r>
              <a:rPr lang="en-US" sz="2137" dirty="0" err="1">
                <a:solidFill>
                  <a:srgbClr val="334155"/>
                </a:solidFill>
                <a:latin typeface="Merriweather" panose="00000500000000000000" pitchFamily="2" charset="0"/>
                <a:ea typeface="DM Sans"/>
                <a:cs typeface="DM Sans"/>
                <a:sym typeface="DM Sans"/>
              </a:rPr>
              <a:t>Thực</a:t>
            </a:r>
            <a:r>
              <a:rPr lang="en-US" sz="2137" dirty="0">
                <a:solidFill>
                  <a:srgbClr val="334155"/>
                </a:solidFill>
                <a:latin typeface="Merriweather" panose="00000500000000000000" pitchFamily="2" charset="0"/>
                <a:ea typeface="DM Sans"/>
                <a:cs typeface="DM Sans"/>
                <a:sym typeface="DM Sans"/>
              </a:rPr>
              <a:t> </a:t>
            </a:r>
            <a:r>
              <a:rPr lang="en-US" sz="2137" dirty="0" err="1">
                <a:solidFill>
                  <a:srgbClr val="334155"/>
                </a:solidFill>
                <a:latin typeface="Merriweather" panose="00000500000000000000" pitchFamily="2" charset="0"/>
                <a:ea typeface="DM Sans"/>
                <a:cs typeface="DM Sans"/>
                <a:sym typeface="DM Sans"/>
              </a:rPr>
              <a:t>nghiệm</a:t>
            </a:r>
            <a:r>
              <a:rPr lang="en-US" sz="2137" dirty="0">
                <a:solidFill>
                  <a:srgbClr val="334155"/>
                </a:solidFill>
                <a:latin typeface="Merriweather" panose="00000500000000000000" pitchFamily="2" charset="0"/>
                <a:ea typeface="DM Sans"/>
                <a:cs typeface="DM Sans"/>
                <a:sym typeface="DM Sans"/>
              </a:rPr>
              <a:t> khoa </a:t>
            </a:r>
            <a:r>
              <a:rPr lang="en-US" sz="2137" dirty="0" err="1">
                <a:solidFill>
                  <a:srgbClr val="334155"/>
                </a:solidFill>
                <a:latin typeface="Merriweather" panose="00000500000000000000" pitchFamily="2" charset="0"/>
                <a:ea typeface="DM Sans"/>
                <a:cs typeface="DM Sans"/>
                <a:sym typeface="DM Sans"/>
              </a:rPr>
              <a:t>học</a:t>
            </a:r>
            <a:endParaRPr sz="2137" dirty="0">
              <a:solidFill>
                <a:srgbClr val="334155"/>
              </a:solidFill>
              <a:latin typeface="Merriweather" panose="00000500000000000000" pitchFamily="2" charset="0"/>
              <a:ea typeface="DM Sans"/>
              <a:cs typeface="DM Sans"/>
              <a:sym typeface="DM Sans"/>
            </a:endParaRPr>
          </a:p>
        </p:txBody>
      </p:sp>
      <p:sp>
        <p:nvSpPr>
          <p:cNvPr id="13" name="Google Shape;187;p22">
            <a:extLst>
              <a:ext uri="{FF2B5EF4-FFF2-40B4-BE49-F238E27FC236}">
                <a16:creationId xmlns:a16="http://schemas.microsoft.com/office/drawing/2014/main" id="{8DFB318B-B2DF-91F7-79A2-C54D75DB0D87}"/>
              </a:ext>
            </a:extLst>
          </p:cNvPr>
          <p:cNvSpPr txBox="1"/>
          <p:nvPr/>
        </p:nvSpPr>
        <p:spPr>
          <a:xfrm>
            <a:off x="-16193613" y="2543175"/>
            <a:ext cx="4203000" cy="763256"/>
          </a:xfrm>
          <a:prstGeom prst="rect">
            <a:avLst/>
          </a:prstGeom>
          <a:noFill/>
          <a:ln>
            <a:noFill/>
          </a:ln>
        </p:spPr>
        <p:txBody>
          <a:bodyPr spcFirstLastPara="1" wrap="square" lIns="91425" tIns="91425" rIns="91425" bIns="91425" anchor="t" anchorCtr="0">
            <a:spAutoFit/>
          </a:bodyPr>
          <a:lstStyle/>
          <a:p>
            <a:pPr marL="457200" lvl="0" indent="-377825" algn="just" rtl="0">
              <a:lnSpc>
                <a:spcPct val="160000"/>
              </a:lnSpc>
              <a:spcBef>
                <a:spcPts val="0"/>
              </a:spcBef>
              <a:spcAft>
                <a:spcPts val="0"/>
              </a:spcAft>
              <a:buClr>
                <a:srgbClr val="334155"/>
              </a:buClr>
              <a:buSzPts val="2350"/>
              <a:buFont typeface="DM Sans"/>
              <a:buChar char="-"/>
            </a:pPr>
            <a:r>
              <a:rPr lang="en-US" sz="2350" b="1">
                <a:solidFill>
                  <a:srgbClr val="334155"/>
                </a:solidFill>
                <a:latin typeface="Merriweather" panose="00000500000000000000" pitchFamily="2" charset="0"/>
                <a:ea typeface="DM Sans"/>
                <a:cs typeface="DM Sans"/>
                <a:sym typeface="DM Sans"/>
              </a:rPr>
              <a:t>Ba hình thức cơ bản:</a:t>
            </a:r>
            <a:endParaRPr sz="2100" b="1">
              <a:solidFill>
                <a:schemeClr val="dk1"/>
              </a:solidFill>
              <a:latin typeface="Merriweather" panose="00000500000000000000" pitchFamily="2"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9E5"/>
        </a:solidFill>
        <a:effectLst/>
      </p:bgPr>
    </p:bg>
    <p:spTree>
      <p:nvGrpSpPr>
        <p:cNvPr id="1" name="Shape 181"/>
        <p:cNvGrpSpPr/>
        <p:nvPr/>
      </p:nvGrpSpPr>
      <p:grpSpPr>
        <a:xfrm>
          <a:off x="0" y="0"/>
          <a:ext cx="0" cy="0"/>
          <a:chOff x="0" y="0"/>
          <a:chExt cx="0" cy="0"/>
        </a:xfrm>
      </p:grpSpPr>
      <p:pic>
        <p:nvPicPr>
          <p:cNvPr id="182" name="Google Shape;182;p22"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83" name="Google Shape;183;p22"/>
          <p:cNvSpPr txBox="1"/>
          <p:nvPr/>
        </p:nvSpPr>
        <p:spPr>
          <a:xfrm>
            <a:off x="294200" y="585650"/>
            <a:ext cx="5927100" cy="585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800" b="1" i="0" u="none" strike="noStrike" cap="none">
                <a:solidFill>
                  <a:srgbClr val="003366"/>
                </a:solidFill>
                <a:latin typeface="Merriweather" panose="00000500000000000000" pitchFamily="2" charset="0"/>
                <a:ea typeface="Merriweather"/>
                <a:cs typeface="Merriweather"/>
                <a:sym typeface="Merriweather"/>
              </a:rPr>
              <a:t>Sức mạnh của Thực tiễn</a:t>
            </a:r>
            <a:endParaRPr sz="1600">
              <a:latin typeface="Merriweather" panose="00000500000000000000" pitchFamily="2" charset="0"/>
            </a:endParaRPr>
          </a:p>
        </p:txBody>
      </p:sp>
      <p:sp>
        <p:nvSpPr>
          <p:cNvPr id="184" name="Google Shape;184;p22"/>
          <p:cNvSpPr txBox="1"/>
          <p:nvPr/>
        </p:nvSpPr>
        <p:spPr>
          <a:xfrm>
            <a:off x="179375" y="1358100"/>
            <a:ext cx="5927100" cy="1107996"/>
          </a:xfrm>
          <a:prstGeom prst="rect">
            <a:avLst/>
          </a:prstGeom>
          <a:noFill/>
          <a:ln>
            <a:noFill/>
          </a:ln>
        </p:spPr>
        <p:txBody>
          <a:bodyPr spcFirstLastPara="1" wrap="square" lIns="0" tIns="0" rIns="0" bIns="0" anchor="t" anchorCtr="0">
            <a:spAutoFit/>
          </a:bodyPr>
          <a:lstStyle/>
          <a:p>
            <a:pPr marL="457200" marR="0" lvl="0" indent="-371475" algn="just" rtl="0">
              <a:lnSpc>
                <a:spcPct val="160000"/>
              </a:lnSpc>
              <a:spcBef>
                <a:spcPts val="0"/>
              </a:spcBef>
              <a:spcAft>
                <a:spcPts val="0"/>
              </a:spcAft>
              <a:buClr>
                <a:srgbClr val="334155"/>
              </a:buClr>
              <a:buSzPts val="2250"/>
              <a:buFont typeface="DM Sans"/>
              <a:buChar char="-"/>
            </a:pPr>
            <a:r>
              <a:rPr lang="en-US" sz="2250" b="1" i="0" u="none" strike="noStrike" cap="none">
                <a:solidFill>
                  <a:srgbClr val="334155"/>
                </a:solidFill>
                <a:latin typeface="Merriweather" panose="00000500000000000000" pitchFamily="2" charset="0"/>
                <a:ea typeface="DM Sans"/>
                <a:cs typeface="DM Sans"/>
                <a:sym typeface="DM Sans"/>
              </a:rPr>
              <a:t>Thực tiễn là toàn bộ hoạt động</a:t>
            </a:r>
            <a:r>
              <a:rPr lang="en-US" sz="2250" b="1">
                <a:solidFill>
                  <a:srgbClr val="334155"/>
                </a:solidFill>
                <a:latin typeface="Merriweather" panose="00000500000000000000" pitchFamily="2" charset="0"/>
                <a:ea typeface="DM Sans"/>
                <a:cs typeface="DM Sans"/>
                <a:sym typeface="DM Sans"/>
              </a:rPr>
              <a:t> </a:t>
            </a:r>
            <a:r>
              <a:rPr lang="en-US" sz="2250" b="1" i="0" u="none" strike="noStrike" cap="none">
                <a:solidFill>
                  <a:srgbClr val="334155"/>
                </a:solidFill>
                <a:latin typeface="Merriweather" panose="00000500000000000000" pitchFamily="2" charset="0"/>
                <a:ea typeface="DM Sans"/>
                <a:cs typeface="DM Sans"/>
                <a:sym typeface="DM Sans"/>
              </a:rPr>
              <a:t>vật chất nhằm cải tạo tự nhiên và xã hội. </a:t>
            </a:r>
            <a:endParaRPr sz="2250" b="1">
              <a:solidFill>
                <a:srgbClr val="334155"/>
              </a:solidFill>
              <a:latin typeface="Merriweather" panose="00000500000000000000" pitchFamily="2" charset="0"/>
              <a:ea typeface="DM Sans"/>
              <a:cs typeface="DM Sans"/>
              <a:sym typeface="DM Sans"/>
            </a:endParaRPr>
          </a:p>
        </p:txBody>
      </p:sp>
      <p:sp>
        <p:nvSpPr>
          <p:cNvPr id="185" name="Google Shape;185;p22"/>
          <p:cNvSpPr txBox="1"/>
          <p:nvPr/>
        </p:nvSpPr>
        <p:spPr>
          <a:xfrm>
            <a:off x="1777200" y="5945700"/>
            <a:ext cx="4938600" cy="83715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700" b="0" i="1" u="none" strike="noStrike" cap="none">
                <a:solidFill>
                  <a:srgbClr val="334155"/>
                </a:solidFill>
                <a:latin typeface="Merriweather" panose="00000500000000000000" pitchFamily="2" charset="0"/>
                <a:ea typeface="DM Sans"/>
                <a:cs typeface="DM Sans"/>
                <a:sym typeface="DM Sans"/>
              </a:rPr>
              <a:t>"Vấn đề tư duy đạt tới chân lý không phải là vấn đề lý luận mà là thực tiễn."</a:t>
            </a:r>
            <a:r>
              <a:rPr lang="en-US" sz="1700" b="0" i="0" u="none" strike="noStrike" cap="none">
                <a:solidFill>
                  <a:srgbClr val="334155"/>
                </a:solidFill>
                <a:latin typeface="Merriweather" panose="00000500000000000000" pitchFamily="2" charset="0"/>
                <a:ea typeface="DM Sans"/>
                <a:cs typeface="DM Sans"/>
                <a:sym typeface="DM Sans"/>
              </a:rPr>
              <a:t> - C.Mác</a:t>
            </a:r>
            <a:endParaRPr sz="1600">
              <a:latin typeface="Merriweather" panose="00000500000000000000" pitchFamily="2" charset="0"/>
            </a:endParaRPr>
          </a:p>
        </p:txBody>
      </p:sp>
      <p:sp>
        <p:nvSpPr>
          <p:cNvPr id="186" name="Google Shape;186;p22"/>
          <p:cNvSpPr txBox="1"/>
          <p:nvPr/>
        </p:nvSpPr>
        <p:spPr>
          <a:xfrm>
            <a:off x="920525" y="3278675"/>
            <a:ext cx="4444800" cy="1578509"/>
          </a:xfrm>
          <a:prstGeom prst="rect">
            <a:avLst/>
          </a:prstGeom>
          <a:noFill/>
          <a:ln>
            <a:noFill/>
          </a:ln>
        </p:spPr>
        <p:txBody>
          <a:bodyPr spcFirstLastPara="1" wrap="square" lIns="0" tIns="0" rIns="0" bIns="0" anchor="t" anchorCtr="0">
            <a:spAutoFit/>
          </a:bodyPr>
          <a:lstStyle/>
          <a:p>
            <a:pPr marL="457200" marR="0" lvl="0" indent="-364319" algn="l" rtl="0">
              <a:lnSpc>
                <a:spcPct val="160000"/>
              </a:lnSpc>
              <a:spcBef>
                <a:spcPts val="0"/>
              </a:spcBef>
              <a:spcAft>
                <a:spcPts val="0"/>
              </a:spcAft>
              <a:buClr>
                <a:srgbClr val="334155"/>
              </a:buClr>
              <a:buSzPts val="2137"/>
              <a:buFont typeface="DM Sans"/>
              <a:buChar char="●"/>
            </a:pPr>
            <a:r>
              <a:rPr lang="en-US" sz="2137" b="0" i="0" u="none" strike="noStrike" cap="none" dirty="0" err="1">
                <a:solidFill>
                  <a:srgbClr val="334155"/>
                </a:solidFill>
                <a:latin typeface="Merriweather" panose="00000500000000000000" pitchFamily="2" charset="0"/>
                <a:ea typeface="DM Sans"/>
                <a:cs typeface="DM Sans"/>
                <a:sym typeface="DM Sans"/>
              </a:rPr>
              <a:t>Sản</a:t>
            </a:r>
            <a:r>
              <a:rPr lang="en-US" sz="2137" b="0" i="0" u="none" strike="noStrike" cap="none" dirty="0">
                <a:solidFill>
                  <a:srgbClr val="334155"/>
                </a:solidFill>
                <a:latin typeface="Merriweather" panose="00000500000000000000" pitchFamily="2" charset="0"/>
                <a:ea typeface="DM Sans"/>
                <a:cs typeface="DM Sans"/>
                <a:sym typeface="DM Sans"/>
              </a:rPr>
              <a:t> </a:t>
            </a:r>
            <a:r>
              <a:rPr lang="en-US" sz="2137" b="0" i="0" u="none" strike="noStrike" cap="none" dirty="0" err="1">
                <a:solidFill>
                  <a:srgbClr val="334155"/>
                </a:solidFill>
                <a:latin typeface="Merriweather" panose="00000500000000000000" pitchFamily="2" charset="0"/>
                <a:ea typeface="DM Sans"/>
                <a:cs typeface="DM Sans"/>
                <a:sym typeface="DM Sans"/>
              </a:rPr>
              <a:t>xuất</a:t>
            </a:r>
            <a:r>
              <a:rPr lang="en-US" sz="2137" b="0" i="0" u="none" strike="noStrike" cap="none" dirty="0">
                <a:solidFill>
                  <a:srgbClr val="334155"/>
                </a:solidFill>
                <a:latin typeface="Merriweather" panose="00000500000000000000" pitchFamily="2" charset="0"/>
                <a:ea typeface="DM Sans"/>
                <a:cs typeface="DM Sans"/>
                <a:sym typeface="DM Sans"/>
              </a:rPr>
              <a:t> </a:t>
            </a:r>
            <a:r>
              <a:rPr lang="en-US" sz="2137" b="0" i="0" u="none" strike="noStrike" cap="none" dirty="0" err="1">
                <a:solidFill>
                  <a:srgbClr val="334155"/>
                </a:solidFill>
                <a:latin typeface="Merriweather" panose="00000500000000000000" pitchFamily="2" charset="0"/>
                <a:ea typeface="DM Sans"/>
                <a:cs typeface="DM Sans"/>
                <a:sym typeface="DM Sans"/>
              </a:rPr>
              <a:t>vật</a:t>
            </a:r>
            <a:r>
              <a:rPr lang="en-US" sz="2137" b="0" i="0" u="none" strike="noStrike" cap="none" dirty="0">
                <a:solidFill>
                  <a:srgbClr val="334155"/>
                </a:solidFill>
                <a:latin typeface="Merriweather" panose="00000500000000000000" pitchFamily="2" charset="0"/>
                <a:ea typeface="DM Sans"/>
                <a:cs typeface="DM Sans"/>
                <a:sym typeface="DM Sans"/>
              </a:rPr>
              <a:t> </a:t>
            </a:r>
            <a:r>
              <a:rPr lang="en-US" sz="2137" b="0" i="0" u="none" strike="noStrike" cap="none" dirty="0" err="1">
                <a:solidFill>
                  <a:srgbClr val="334155"/>
                </a:solidFill>
                <a:latin typeface="Merriweather" panose="00000500000000000000" pitchFamily="2" charset="0"/>
                <a:ea typeface="DM Sans"/>
                <a:cs typeface="DM Sans"/>
                <a:sym typeface="DM Sans"/>
              </a:rPr>
              <a:t>chất</a:t>
            </a:r>
            <a:endParaRPr sz="2137" b="0" i="0" u="none" strike="noStrike" cap="none" dirty="0">
              <a:solidFill>
                <a:srgbClr val="334155"/>
              </a:solidFill>
              <a:latin typeface="Merriweather" panose="00000500000000000000" pitchFamily="2" charset="0"/>
              <a:ea typeface="DM Sans"/>
              <a:cs typeface="DM Sans"/>
              <a:sym typeface="DM Sans"/>
            </a:endParaRPr>
          </a:p>
          <a:p>
            <a:pPr marL="457200" lvl="0" indent="-364319" algn="l" rtl="0">
              <a:lnSpc>
                <a:spcPct val="160000"/>
              </a:lnSpc>
              <a:spcBef>
                <a:spcPts val="0"/>
              </a:spcBef>
              <a:spcAft>
                <a:spcPts val="0"/>
              </a:spcAft>
              <a:buClr>
                <a:srgbClr val="334155"/>
              </a:buClr>
              <a:buSzPts val="2137"/>
              <a:buFont typeface="DM Sans"/>
              <a:buChar char="●"/>
            </a:pPr>
            <a:r>
              <a:rPr lang="en-US" sz="2137" dirty="0" err="1">
                <a:solidFill>
                  <a:srgbClr val="334155"/>
                </a:solidFill>
                <a:latin typeface="Merriweather" panose="00000500000000000000" pitchFamily="2" charset="0"/>
                <a:ea typeface="DM Sans"/>
                <a:cs typeface="DM Sans"/>
                <a:sym typeface="DM Sans"/>
              </a:rPr>
              <a:t>Hoạt</a:t>
            </a:r>
            <a:r>
              <a:rPr lang="en-US" sz="2137" dirty="0">
                <a:solidFill>
                  <a:srgbClr val="334155"/>
                </a:solidFill>
                <a:latin typeface="Merriweather" panose="00000500000000000000" pitchFamily="2" charset="0"/>
                <a:ea typeface="DM Sans"/>
                <a:cs typeface="DM Sans"/>
                <a:sym typeface="DM Sans"/>
              </a:rPr>
              <a:t> </a:t>
            </a:r>
            <a:r>
              <a:rPr lang="en-US" sz="2137" dirty="0" err="1">
                <a:solidFill>
                  <a:srgbClr val="334155"/>
                </a:solidFill>
                <a:latin typeface="Merriweather" panose="00000500000000000000" pitchFamily="2" charset="0"/>
                <a:ea typeface="DM Sans"/>
                <a:cs typeface="DM Sans"/>
                <a:sym typeface="DM Sans"/>
              </a:rPr>
              <a:t>động</a:t>
            </a:r>
            <a:r>
              <a:rPr lang="en-US" sz="2137" dirty="0">
                <a:solidFill>
                  <a:srgbClr val="334155"/>
                </a:solidFill>
                <a:latin typeface="Merriweather" panose="00000500000000000000" pitchFamily="2" charset="0"/>
                <a:ea typeface="DM Sans"/>
                <a:cs typeface="DM Sans"/>
                <a:sym typeface="DM Sans"/>
              </a:rPr>
              <a:t> </a:t>
            </a:r>
            <a:r>
              <a:rPr lang="en-US" sz="2137" dirty="0" err="1">
                <a:solidFill>
                  <a:srgbClr val="334155"/>
                </a:solidFill>
                <a:latin typeface="Merriweather" panose="00000500000000000000" pitchFamily="2" charset="0"/>
                <a:ea typeface="DM Sans"/>
                <a:cs typeface="DM Sans"/>
                <a:sym typeface="DM Sans"/>
              </a:rPr>
              <a:t>chính</a:t>
            </a:r>
            <a:r>
              <a:rPr lang="en-US" sz="2137" dirty="0">
                <a:solidFill>
                  <a:srgbClr val="334155"/>
                </a:solidFill>
                <a:latin typeface="Merriweather" panose="00000500000000000000" pitchFamily="2" charset="0"/>
                <a:ea typeface="DM Sans"/>
                <a:cs typeface="DM Sans"/>
                <a:sym typeface="DM Sans"/>
              </a:rPr>
              <a:t> </a:t>
            </a:r>
            <a:r>
              <a:rPr lang="en-US" sz="2137" dirty="0" err="1">
                <a:solidFill>
                  <a:srgbClr val="334155"/>
                </a:solidFill>
                <a:latin typeface="Merriweather" panose="00000500000000000000" pitchFamily="2" charset="0"/>
                <a:ea typeface="DM Sans"/>
                <a:cs typeface="DM Sans"/>
                <a:sym typeface="DM Sans"/>
              </a:rPr>
              <a:t>trị</a:t>
            </a:r>
            <a:r>
              <a:rPr lang="en-US" sz="2137" dirty="0">
                <a:solidFill>
                  <a:srgbClr val="334155"/>
                </a:solidFill>
                <a:latin typeface="Merriweather" panose="00000500000000000000" pitchFamily="2" charset="0"/>
                <a:ea typeface="DM Sans"/>
                <a:cs typeface="DM Sans"/>
                <a:sym typeface="DM Sans"/>
              </a:rPr>
              <a:t> - </a:t>
            </a:r>
            <a:r>
              <a:rPr lang="en-US" sz="2137" dirty="0" err="1">
                <a:solidFill>
                  <a:srgbClr val="334155"/>
                </a:solidFill>
                <a:latin typeface="Merriweather" panose="00000500000000000000" pitchFamily="2" charset="0"/>
                <a:ea typeface="DM Sans"/>
                <a:cs typeface="DM Sans"/>
                <a:sym typeface="DM Sans"/>
              </a:rPr>
              <a:t>xã</a:t>
            </a:r>
            <a:r>
              <a:rPr lang="en-US" sz="2137" dirty="0">
                <a:solidFill>
                  <a:srgbClr val="334155"/>
                </a:solidFill>
                <a:latin typeface="Merriweather" panose="00000500000000000000" pitchFamily="2" charset="0"/>
                <a:ea typeface="DM Sans"/>
                <a:cs typeface="DM Sans"/>
                <a:sym typeface="DM Sans"/>
              </a:rPr>
              <a:t> </a:t>
            </a:r>
            <a:r>
              <a:rPr lang="en-US" sz="2137" dirty="0" err="1">
                <a:solidFill>
                  <a:srgbClr val="334155"/>
                </a:solidFill>
                <a:latin typeface="Merriweather" panose="00000500000000000000" pitchFamily="2" charset="0"/>
                <a:ea typeface="DM Sans"/>
                <a:cs typeface="DM Sans"/>
                <a:sym typeface="DM Sans"/>
              </a:rPr>
              <a:t>hội</a:t>
            </a:r>
            <a:endParaRPr sz="1768" dirty="0">
              <a:solidFill>
                <a:schemeClr val="dk1"/>
              </a:solidFill>
              <a:latin typeface="Merriweather" panose="00000500000000000000" pitchFamily="2" charset="0"/>
            </a:endParaRPr>
          </a:p>
          <a:p>
            <a:pPr marL="457200" lvl="0" indent="-364319" algn="l" rtl="0">
              <a:lnSpc>
                <a:spcPct val="160000"/>
              </a:lnSpc>
              <a:spcBef>
                <a:spcPts val="0"/>
              </a:spcBef>
              <a:spcAft>
                <a:spcPts val="0"/>
              </a:spcAft>
              <a:buClr>
                <a:srgbClr val="334155"/>
              </a:buClr>
              <a:buSzPts val="2137"/>
              <a:buFont typeface="DM Sans"/>
              <a:buChar char="●"/>
            </a:pPr>
            <a:r>
              <a:rPr lang="en-US" sz="2137" dirty="0" err="1">
                <a:solidFill>
                  <a:srgbClr val="334155"/>
                </a:solidFill>
                <a:latin typeface="Merriweather" panose="00000500000000000000" pitchFamily="2" charset="0"/>
                <a:ea typeface="DM Sans"/>
                <a:cs typeface="DM Sans"/>
                <a:sym typeface="DM Sans"/>
              </a:rPr>
              <a:t>Thực</a:t>
            </a:r>
            <a:r>
              <a:rPr lang="en-US" sz="2137" dirty="0">
                <a:solidFill>
                  <a:srgbClr val="334155"/>
                </a:solidFill>
                <a:latin typeface="Merriweather" panose="00000500000000000000" pitchFamily="2" charset="0"/>
                <a:ea typeface="DM Sans"/>
                <a:cs typeface="DM Sans"/>
                <a:sym typeface="DM Sans"/>
              </a:rPr>
              <a:t> </a:t>
            </a:r>
            <a:r>
              <a:rPr lang="en-US" sz="2137" dirty="0" err="1">
                <a:solidFill>
                  <a:srgbClr val="334155"/>
                </a:solidFill>
                <a:latin typeface="Merriweather" panose="00000500000000000000" pitchFamily="2" charset="0"/>
                <a:ea typeface="DM Sans"/>
                <a:cs typeface="DM Sans"/>
                <a:sym typeface="DM Sans"/>
              </a:rPr>
              <a:t>nghiệm</a:t>
            </a:r>
            <a:r>
              <a:rPr lang="en-US" sz="2137" dirty="0">
                <a:solidFill>
                  <a:srgbClr val="334155"/>
                </a:solidFill>
                <a:latin typeface="Merriweather" panose="00000500000000000000" pitchFamily="2" charset="0"/>
                <a:ea typeface="DM Sans"/>
                <a:cs typeface="DM Sans"/>
                <a:sym typeface="DM Sans"/>
              </a:rPr>
              <a:t> khoa </a:t>
            </a:r>
            <a:r>
              <a:rPr lang="en-US" sz="2137" dirty="0" err="1">
                <a:solidFill>
                  <a:srgbClr val="334155"/>
                </a:solidFill>
                <a:latin typeface="Merriweather" panose="00000500000000000000" pitchFamily="2" charset="0"/>
                <a:ea typeface="DM Sans"/>
                <a:cs typeface="DM Sans"/>
                <a:sym typeface="DM Sans"/>
              </a:rPr>
              <a:t>học</a:t>
            </a:r>
            <a:endParaRPr sz="2137" dirty="0">
              <a:solidFill>
                <a:srgbClr val="334155"/>
              </a:solidFill>
              <a:latin typeface="Merriweather" panose="00000500000000000000" pitchFamily="2" charset="0"/>
              <a:ea typeface="DM Sans"/>
              <a:cs typeface="DM Sans"/>
              <a:sym typeface="DM Sans"/>
            </a:endParaRPr>
          </a:p>
        </p:txBody>
      </p:sp>
      <p:sp>
        <p:nvSpPr>
          <p:cNvPr id="187" name="Google Shape;187;p22"/>
          <p:cNvSpPr txBox="1"/>
          <p:nvPr/>
        </p:nvSpPr>
        <p:spPr>
          <a:xfrm>
            <a:off x="233925" y="2631825"/>
            <a:ext cx="4203000" cy="763256"/>
          </a:xfrm>
          <a:prstGeom prst="rect">
            <a:avLst/>
          </a:prstGeom>
          <a:noFill/>
          <a:ln>
            <a:noFill/>
          </a:ln>
        </p:spPr>
        <p:txBody>
          <a:bodyPr spcFirstLastPara="1" wrap="square" lIns="91425" tIns="91425" rIns="91425" bIns="91425" anchor="t" anchorCtr="0">
            <a:spAutoFit/>
          </a:bodyPr>
          <a:lstStyle/>
          <a:p>
            <a:pPr marL="457200" lvl="0" indent="-377825" algn="just" rtl="0">
              <a:lnSpc>
                <a:spcPct val="160000"/>
              </a:lnSpc>
              <a:spcBef>
                <a:spcPts val="0"/>
              </a:spcBef>
              <a:spcAft>
                <a:spcPts val="0"/>
              </a:spcAft>
              <a:buClr>
                <a:srgbClr val="334155"/>
              </a:buClr>
              <a:buSzPts val="2350"/>
              <a:buFont typeface="DM Sans"/>
              <a:buChar char="-"/>
            </a:pPr>
            <a:r>
              <a:rPr lang="en-US" sz="2350" b="1">
                <a:solidFill>
                  <a:srgbClr val="334155"/>
                </a:solidFill>
                <a:latin typeface="Merriweather" panose="00000500000000000000" pitchFamily="2" charset="0"/>
                <a:ea typeface="DM Sans"/>
                <a:cs typeface="DM Sans"/>
                <a:sym typeface="DM Sans"/>
              </a:rPr>
              <a:t>Ba hình thức cơ bản:</a:t>
            </a:r>
            <a:endParaRPr sz="2100" b="1">
              <a:solidFill>
                <a:schemeClr val="dk1"/>
              </a:solidFill>
              <a:latin typeface="Merriweather" panose="00000500000000000000" pitchFamily="2" charset="0"/>
            </a:endParaRPr>
          </a:p>
        </p:txBody>
      </p:sp>
      <p:pic>
        <p:nvPicPr>
          <p:cNvPr id="188" name="Google Shape;188;p22" descr="VHU - KỶ NIỆM 202 NĂM NGÀY SINH CÁC MÁC (5/5/1818 – 5/5/2020) ———————————  Trong hàng ngũ những vĩ nhân của lịch sử nhân loại, Các Mác (Karl Marx)  chiếm một vị"/>
          <p:cNvPicPr preferRelativeResize="0"/>
          <p:nvPr/>
        </p:nvPicPr>
        <p:blipFill>
          <a:blip r:embed="rId4">
            <a:alphaModFix/>
          </a:blip>
          <a:stretch>
            <a:fillRect/>
          </a:stretch>
        </p:blipFill>
        <p:spPr>
          <a:xfrm>
            <a:off x="6826677" y="722212"/>
            <a:ext cx="4753350" cy="5413575"/>
          </a:xfrm>
          <a:prstGeom prst="rect">
            <a:avLst/>
          </a:prstGeom>
          <a:noFill/>
          <a:ln>
            <a:noFill/>
          </a:ln>
        </p:spPr>
      </p:pic>
      <p:sp>
        <p:nvSpPr>
          <p:cNvPr id="2" name="Google Shape;177;p21">
            <a:extLst>
              <a:ext uri="{FF2B5EF4-FFF2-40B4-BE49-F238E27FC236}">
                <a16:creationId xmlns:a16="http://schemas.microsoft.com/office/drawing/2014/main" id="{604BFC71-0B60-080C-5301-9A7E1A4D1A73}"/>
              </a:ext>
            </a:extLst>
          </p:cNvPr>
          <p:cNvSpPr txBox="1"/>
          <p:nvPr/>
        </p:nvSpPr>
        <p:spPr>
          <a:xfrm>
            <a:off x="-45952252" y="2493792"/>
            <a:ext cx="10421302" cy="1524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800" b="1" i="0" u="none" strike="noStrike" cap="none" dirty="0">
                <a:solidFill>
                  <a:srgbClr val="003366"/>
                </a:solidFill>
                <a:latin typeface="Merriweather"/>
                <a:ea typeface="Merriweather"/>
                <a:cs typeface="Merriweather"/>
                <a:sym typeface="Merriweather"/>
              </a:rPr>
              <a:t>Vai </a:t>
            </a:r>
            <a:r>
              <a:rPr lang="en-US" sz="4800" b="1" i="0" u="none" strike="noStrike" cap="none" dirty="0" err="1">
                <a:solidFill>
                  <a:srgbClr val="003366"/>
                </a:solidFill>
                <a:latin typeface="Merriweather"/>
                <a:ea typeface="Merriweather"/>
                <a:cs typeface="Merriweather"/>
                <a:sym typeface="Merriweather"/>
              </a:rPr>
              <a:t>trò</a:t>
            </a:r>
            <a:r>
              <a:rPr lang="en-US" sz="4800" b="1" i="0" u="none" strike="noStrike" cap="none" dirty="0">
                <a:solidFill>
                  <a:srgbClr val="003366"/>
                </a:solidFill>
                <a:latin typeface="Merriweather"/>
                <a:ea typeface="Merriweather"/>
                <a:cs typeface="Merriweather"/>
                <a:sym typeface="Merriweather"/>
              </a:rPr>
              <a:t> </a:t>
            </a:r>
            <a:r>
              <a:rPr lang="en-US" sz="4800" b="1" i="0" u="none" strike="noStrike" cap="none" dirty="0" err="1">
                <a:solidFill>
                  <a:srgbClr val="003366"/>
                </a:solidFill>
                <a:latin typeface="Merriweather"/>
                <a:ea typeface="Merriweather"/>
                <a:cs typeface="Merriweather"/>
                <a:sym typeface="Merriweather"/>
              </a:rPr>
              <a:t>của</a:t>
            </a:r>
            <a:r>
              <a:rPr lang="en-US" sz="4800" b="1" i="0" u="none" strike="noStrike" cap="none" dirty="0">
                <a:solidFill>
                  <a:srgbClr val="003366"/>
                </a:solidFill>
                <a:latin typeface="Merriweather"/>
                <a:ea typeface="Merriweather"/>
                <a:cs typeface="Merriweather"/>
                <a:sym typeface="Merriweather"/>
              </a:rPr>
              <a:t> </a:t>
            </a:r>
            <a:r>
              <a:rPr lang="en-US" sz="4800" b="1" i="0" u="none" strike="noStrike" cap="none" dirty="0" err="1">
                <a:solidFill>
                  <a:srgbClr val="003366"/>
                </a:solidFill>
                <a:latin typeface="Merriweather"/>
                <a:ea typeface="Merriweather"/>
                <a:cs typeface="Merriweather"/>
                <a:sym typeface="Merriweather"/>
              </a:rPr>
              <a:t>Thực</a:t>
            </a:r>
            <a:r>
              <a:rPr lang="en-US" sz="4800" b="1" i="0" u="none" strike="noStrike" cap="none" dirty="0">
                <a:solidFill>
                  <a:srgbClr val="003366"/>
                </a:solidFill>
                <a:latin typeface="Merriweather"/>
                <a:ea typeface="Merriweather"/>
                <a:cs typeface="Merriweather"/>
                <a:sym typeface="Merriweather"/>
              </a:rPr>
              <a:t> </a:t>
            </a:r>
            <a:r>
              <a:rPr lang="en-US" sz="4800" b="1" i="0" u="none" strike="noStrike" cap="none" dirty="0" err="1">
                <a:solidFill>
                  <a:srgbClr val="003366"/>
                </a:solidFill>
                <a:latin typeface="Merriweather"/>
                <a:ea typeface="Merriweather"/>
                <a:cs typeface="Merriweather"/>
                <a:sym typeface="Merriweather"/>
              </a:rPr>
              <a:t>tiễn</a:t>
            </a:r>
            <a:br>
              <a:rPr lang="en-US" sz="1800" b="0" i="0" u="none" strike="noStrike" cap="none" dirty="0">
                <a:solidFill>
                  <a:schemeClr val="dk1"/>
                </a:solidFill>
                <a:latin typeface="Calibri"/>
                <a:ea typeface="Calibri"/>
                <a:cs typeface="Calibri"/>
                <a:sym typeface="Calibri"/>
              </a:rPr>
            </a:br>
            <a:r>
              <a:rPr lang="en-US" sz="4800" b="1" i="0" u="none" strike="noStrike" cap="none" dirty="0">
                <a:solidFill>
                  <a:srgbClr val="003366"/>
                </a:solidFill>
                <a:latin typeface="Merriweather"/>
                <a:ea typeface="Merriweather"/>
                <a:cs typeface="Merriweather"/>
                <a:sym typeface="Merriweather"/>
              </a:rPr>
              <a:t> </a:t>
            </a:r>
            <a:r>
              <a:rPr lang="en-US" sz="4800" b="1" i="0" u="none" strike="noStrike" cap="none" dirty="0" err="1">
                <a:solidFill>
                  <a:srgbClr val="003366"/>
                </a:solidFill>
                <a:latin typeface="Merriweather"/>
                <a:ea typeface="Merriweather"/>
                <a:cs typeface="Merriweather"/>
                <a:sym typeface="Merriweather"/>
              </a:rPr>
              <a:t>Tiêu</a:t>
            </a:r>
            <a:r>
              <a:rPr lang="en-US" sz="4800" b="1" i="0" u="none" strike="noStrike" cap="none" dirty="0">
                <a:solidFill>
                  <a:srgbClr val="003366"/>
                </a:solidFill>
                <a:latin typeface="Merriweather"/>
                <a:ea typeface="Merriweather"/>
                <a:cs typeface="Merriweather"/>
                <a:sym typeface="Merriweather"/>
              </a:rPr>
              <a:t> </a:t>
            </a:r>
            <a:r>
              <a:rPr lang="en-US" sz="4800" b="1" i="0" u="none" strike="noStrike" cap="none" dirty="0" err="1">
                <a:solidFill>
                  <a:srgbClr val="003366"/>
                </a:solidFill>
                <a:latin typeface="Merriweather"/>
                <a:ea typeface="Merriweather"/>
                <a:cs typeface="Merriweather"/>
                <a:sym typeface="Merriweather"/>
              </a:rPr>
              <a:t>chuẩn</a:t>
            </a:r>
            <a:r>
              <a:rPr lang="en-US" sz="4800" b="1" i="0" u="none" strike="noStrike" cap="none" dirty="0">
                <a:solidFill>
                  <a:srgbClr val="003366"/>
                </a:solidFill>
                <a:latin typeface="Merriweather"/>
                <a:ea typeface="Merriweather"/>
                <a:cs typeface="Merriweather"/>
                <a:sym typeface="Merriweather"/>
              </a:rPr>
              <a:t> </a:t>
            </a:r>
            <a:r>
              <a:rPr lang="en-US" sz="4800" b="1" i="0" u="none" strike="noStrike" cap="none" dirty="0" err="1">
                <a:solidFill>
                  <a:srgbClr val="003366"/>
                </a:solidFill>
                <a:latin typeface="Merriweather"/>
                <a:ea typeface="Merriweather"/>
                <a:cs typeface="Merriweather"/>
                <a:sym typeface="Merriweather"/>
              </a:rPr>
              <a:t>kiểm</a:t>
            </a:r>
            <a:r>
              <a:rPr lang="en-US" sz="4800" b="1" i="0" u="none" strike="noStrike" cap="none" dirty="0">
                <a:solidFill>
                  <a:srgbClr val="003366"/>
                </a:solidFill>
                <a:latin typeface="Merriweather"/>
                <a:ea typeface="Merriweather"/>
                <a:cs typeface="Merriweather"/>
                <a:sym typeface="Merriweather"/>
              </a:rPr>
              <a:t> </a:t>
            </a:r>
            <a:r>
              <a:rPr lang="en-US" sz="4800" b="1" i="0" u="none" strike="noStrike" cap="none" dirty="0" err="1">
                <a:solidFill>
                  <a:srgbClr val="003366"/>
                </a:solidFill>
                <a:latin typeface="Merriweather"/>
                <a:ea typeface="Merriweather"/>
                <a:cs typeface="Merriweather"/>
                <a:sym typeface="Merriweather"/>
              </a:rPr>
              <a:t>nghiệm</a:t>
            </a:r>
            <a:r>
              <a:rPr lang="en-US" sz="4800" b="1" i="0" u="none" strike="noStrike" cap="none" dirty="0">
                <a:solidFill>
                  <a:srgbClr val="003366"/>
                </a:solidFill>
                <a:latin typeface="Merriweather"/>
                <a:ea typeface="Merriweather"/>
                <a:cs typeface="Merriweather"/>
                <a:sym typeface="Merriweather"/>
              </a:rPr>
              <a:t> </a:t>
            </a:r>
            <a:r>
              <a:rPr lang="en-US" sz="4800" b="1" i="0" u="none" strike="noStrike" cap="none" dirty="0" err="1">
                <a:solidFill>
                  <a:srgbClr val="003366"/>
                </a:solidFill>
                <a:latin typeface="Merriweather"/>
                <a:ea typeface="Merriweather"/>
                <a:cs typeface="Merriweather"/>
                <a:sym typeface="Merriweather"/>
              </a:rPr>
              <a:t>Chân</a:t>
            </a:r>
            <a:r>
              <a:rPr lang="en-US" sz="4800" b="1" i="0" u="none" strike="noStrike" cap="none" dirty="0">
                <a:solidFill>
                  <a:srgbClr val="003366"/>
                </a:solidFill>
                <a:latin typeface="Merriweather"/>
                <a:ea typeface="Merriweather"/>
                <a:cs typeface="Merriweather"/>
                <a:sym typeface="Merriweather"/>
              </a:rPr>
              <a:t> </a:t>
            </a:r>
            <a:r>
              <a:rPr lang="en-US" sz="4800" b="1" i="0" u="none" strike="noStrike" cap="none" dirty="0" err="1">
                <a:solidFill>
                  <a:srgbClr val="003366"/>
                </a:solidFill>
                <a:latin typeface="Merriweather"/>
                <a:ea typeface="Merriweather"/>
                <a:cs typeface="Merriweather"/>
                <a:sym typeface="Merriweather"/>
              </a:rPr>
              <a:t>lý</a:t>
            </a:r>
            <a:endParaRPr dirty="0"/>
          </a:p>
        </p:txBody>
      </p:sp>
      <p:sp>
        <p:nvSpPr>
          <p:cNvPr id="3" name="Google Shape;195;p23">
            <a:extLst>
              <a:ext uri="{FF2B5EF4-FFF2-40B4-BE49-F238E27FC236}">
                <a16:creationId xmlns:a16="http://schemas.microsoft.com/office/drawing/2014/main" id="{12F352B1-81FE-CB7D-4711-2D491D303C21}"/>
              </a:ext>
            </a:extLst>
          </p:cNvPr>
          <p:cNvSpPr txBox="1"/>
          <p:nvPr/>
        </p:nvSpPr>
        <p:spPr>
          <a:xfrm>
            <a:off x="3115350" y="10910837"/>
            <a:ext cx="7200900" cy="101566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br>
              <a:rPr lang="en-US" sz="1800" b="0" i="0" u="none" strike="noStrike" cap="none" dirty="0">
                <a:solidFill>
                  <a:schemeClr val="dk1"/>
                </a:solidFill>
                <a:latin typeface="Calibri"/>
                <a:ea typeface="Calibri"/>
                <a:cs typeface="Calibri"/>
                <a:sym typeface="Calibri"/>
              </a:rPr>
            </a:br>
            <a:r>
              <a:rPr lang="en-US" sz="4800" b="1" i="0" u="none" strike="noStrike" cap="none" dirty="0">
                <a:solidFill>
                  <a:srgbClr val="003366"/>
                </a:solidFill>
                <a:latin typeface="Merriweather"/>
                <a:ea typeface="Merriweather"/>
                <a:cs typeface="Merriweather"/>
                <a:sym typeface="Merriweather"/>
              </a:rPr>
              <a:t> </a:t>
            </a:r>
            <a:r>
              <a:rPr lang="en-US" sz="4800" b="1" i="0" u="none" strike="noStrike" cap="none" dirty="0" err="1">
                <a:solidFill>
                  <a:srgbClr val="003366"/>
                </a:solidFill>
                <a:latin typeface="Merriweather"/>
                <a:ea typeface="Merriweather"/>
                <a:cs typeface="Merriweather"/>
                <a:sym typeface="Merriweather"/>
              </a:rPr>
              <a:t>Kỷ</a:t>
            </a:r>
            <a:r>
              <a:rPr lang="en-US" sz="4800" b="1" i="0" u="none" strike="noStrike" cap="none" dirty="0">
                <a:solidFill>
                  <a:srgbClr val="003366"/>
                </a:solidFill>
                <a:latin typeface="Merriweather"/>
                <a:ea typeface="Merriweather"/>
                <a:cs typeface="Merriweather"/>
                <a:sym typeface="Merriweather"/>
              </a:rPr>
              <a:t> </a:t>
            </a:r>
            <a:r>
              <a:rPr lang="en-US" sz="4800" b="1" i="0" u="none" strike="noStrike" cap="none" dirty="0" err="1">
                <a:solidFill>
                  <a:srgbClr val="003366"/>
                </a:solidFill>
                <a:latin typeface="Merriweather"/>
                <a:ea typeface="Merriweather"/>
                <a:cs typeface="Merriweather"/>
                <a:sym typeface="Merriweather"/>
              </a:rPr>
              <a:t>nguyên</a:t>
            </a:r>
            <a:r>
              <a:rPr lang="en-US" sz="4800" b="1" i="0" u="none" strike="noStrike" cap="none" dirty="0">
                <a:solidFill>
                  <a:srgbClr val="003366"/>
                </a:solidFill>
                <a:latin typeface="Merriweather"/>
                <a:ea typeface="Merriweather"/>
                <a:cs typeface="Merriweather"/>
                <a:sym typeface="Merriweather"/>
              </a:rPr>
              <a:t> </a:t>
            </a:r>
            <a:r>
              <a:rPr lang="en-US" sz="4800" b="1" i="0" u="none" strike="noStrike" cap="none" dirty="0" err="1">
                <a:solidFill>
                  <a:srgbClr val="003366"/>
                </a:solidFill>
                <a:latin typeface="Merriweather"/>
                <a:ea typeface="Merriweather"/>
                <a:cs typeface="Merriweather"/>
                <a:sym typeface="Merriweather"/>
              </a:rPr>
              <a:t>số</a:t>
            </a:r>
            <a:endParaRPr dirty="0"/>
          </a:p>
        </p:txBody>
      </p:sp>
      <p:sp>
        <p:nvSpPr>
          <p:cNvPr id="4" name="Google Shape;195;p23">
            <a:extLst>
              <a:ext uri="{FF2B5EF4-FFF2-40B4-BE49-F238E27FC236}">
                <a16:creationId xmlns:a16="http://schemas.microsoft.com/office/drawing/2014/main" id="{DB58566C-719A-A777-3623-B2B1D850A5D6}"/>
              </a:ext>
            </a:extLst>
          </p:cNvPr>
          <p:cNvSpPr txBox="1"/>
          <p:nvPr/>
        </p:nvSpPr>
        <p:spPr>
          <a:xfrm>
            <a:off x="-8395776" y="3013453"/>
            <a:ext cx="7200900" cy="95410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800" b="1" i="0" u="none" strike="noStrike" cap="none" dirty="0" err="1">
                <a:solidFill>
                  <a:srgbClr val="003366"/>
                </a:solidFill>
                <a:latin typeface="Merriweather"/>
                <a:ea typeface="Merriweather"/>
                <a:cs typeface="Merriweather"/>
                <a:sym typeface="Merriweather"/>
              </a:rPr>
              <a:t>Xác</a:t>
            </a:r>
            <a:r>
              <a:rPr lang="en-US" sz="4800" b="1" i="0" u="none" strike="noStrike" cap="none" dirty="0">
                <a:solidFill>
                  <a:srgbClr val="003366"/>
                </a:solidFill>
                <a:latin typeface="Merriweather"/>
                <a:ea typeface="Merriweather"/>
                <a:cs typeface="Merriweather"/>
                <a:sym typeface="Merriweather"/>
              </a:rPr>
              <a:t> </a:t>
            </a:r>
            <a:r>
              <a:rPr lang="en-US" sz="4800" b="1" i="0" u="none" strike="noStrike" cap="none" dirty="0" err="1">
                <a:solidFill>
                  <a:srgbClr val="003366"/>
                </a:solidFill>
                <a:latin typeface="Merriweather"/>
                <a:ea typeface="Merriweather"/>
                <a:cs typeface="Merriweather"/>
                <a:sym typeface="Merriweather"/>
              </a:rPr>
              <a:t>định</a:t>
            </a:r>
            <a:r>
              <a:rPr lang="en-US" sz="4800" b="1" i="0" u="none" strike="noStrike" cap="none" dirty="0">
                <a:solidFill>
                  <a:srgbClr val="003366"/>
                </a:solidFill>
                <a:latin typeface="Merriweather"/>
                <a:ea typeface="Merriweather"/>
                <a:cs typeface="Merriweather"/>
                <a:sym typeface="Merriweather"/>
              </a:rPr>
              <a:t> </a:t>
            </a:r>
            <a:r>
              <a:rPr lang="en-US" sz="4800" b="1" i="0" u="none" strike="noStrike" cap="none" dirty="0" err="1">
                <a:solidFill>
                  <a:srgbClr val="003366"/>
                </a:solidFill>
                <a:latin typeface="Merriweather"/>
                <a:ea typeface="Merriweather"/>
                <a:cs typeface="Merriweather"/>
                <a:sym typeface="Merriweather"/>
              </a:rPr>
              <a:t>Chân</a:t>
            </a:r>
            <a:r>
              <a:rPr lang="en-US" sz="4800" b="1" i="0" u="none" strike="noStrike" cap="none" dirty="0">
                <a:solidFill>
                  <a:srgbClr val="003366"/>
                </a:solidFill>
                <a:latin typeface="Merriweather"/>
                <a:ea typeface="Merriweather"/>
                <a:cs typeface="Merriweather"/>
                <a:sym typeface="Merriweather"/>
              </a:rPr>
              <a:t> </a:t>
            </a:r>
            <a:r>
              <a:rPr lang="en-US" sz="4800" b="1" i="0" u="none" strike="noStrike" cap="none" dirty="0" err="1">
                <a:solidFill>
                  <a:srgbClr val="003366"/>
                </a:solidFill>
                <a:latin typeface="Merriweather"/>
                <a:ea typeface="Merriweather"/>
                <a:cs typeface="Merriweather"/>
                <a:sym typeface="Merriweather"/>
              </a:rPr>
              <a:t>lý</a:t>
            </a:r>
            <a:r>
              <a:rPr lang="en-US" sz="4800" b="1" i="0" u="none" strike="noStrike" cap="none" dirty="0">
                <a:solidFill>
                  <a:srgbClr val="003366"/>
                </a:solidFill>
                <a:latin typeface="Merriweather"/>
                <a:ea typeface="Merriweather"/>
                <a:cs typeface="Merriweather"/>
                <a:sym typeface="Merriweather"/>
              </a:rPr>
              <a:t> </a:t>
            </a:r>
            <a:r>
              <a:rPr lang="en-US" sz="4800" b="1" i="0" u="none" strike="noStrike" cap="none" dirty="0" err="1">
                <a:solidFill>
                  <a:srgbClr val="003366"/>
                </a:solidFill>
                <a:latin typeface="Merriweather"/>
                <a:ea typeface="Merriweather"/>
                <a:cs typeface="Merriweather"/>
                <a:sym typeface="Merriweather"/>
              </a:rPr>
              <a:t>trong</a:t>
            </a:r>
            <a:br>
              <a:rPr lang="en-US" sz="1800" b="0" i="0" u="none" strike="noStrike" cap="none" dirty="0">
                <a:solidFill>
                  <a:schemeClr val="dk1"/>
                </a:solidFill>
                <a:latin typeface="Calibri"/>
                <a:ea typeface="Calibri"/>
                <a:cs typeface="Calibri"/>
                <a:sym typeface="Calibri"/>
              </a:rPr>
            </a:br>
            <a:endParaRPr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9E5"/>
        </a:solidFill>
        <a:effectLst/>
      </p:bgPr>
    </p:bg>
    <p:spTree>
      <p:nvGrpSpPr>
        <p:cNvPr id="1" name="Shape 192"/>
        <p:cNvGrpSpPr/>
        <p:nvPr/>
      </p:nvGrpSpPr>
      <p:grpSpPr>
        <a:xfrm>
          <a:off x="0" y="0"/>
          <a:ext cx="0" cy="0"/>
          <a:chOff x="0" y="0"/>
          <a:chExt cx="0" cy="0"/>
        </a:xfrm>
      </p:grpSpPr>
      <p:pic>
        <p:nvPicPr>
          <p:cNvPr id="193" name="Google Shape;193;p2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94" name="Google Shape;194;p23"/>
          <p:cNvSpPr/>
          <p:nvPr/>
        </p:nvSpPr>
        <p:spPr>
          <a:xfrm>
            <a:off x="5381625" y="2543175"/>
            <a:ext cx="1428750" cy="57150"/>
          </a:xfrm>
          <a:prstGeom prst="rect">
            <a:avLst/>
          </a:prstGeom>
          <a:solidFill>
            <a:srgbClr val="D4AF3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5" name="Google Shape;195;p23"/>
          <p:cNvSpPr txBox="1"/>
          <p:nvPr/>
        </p:nvSpPr>
        <p:spPr>
          <a:xfrm>
            <a:off x="2495550" y="2790825"/>
            <a:ext cx="7200900" cy="1524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800" b="1" i="0" u="none" strike="noStrike" cap="none" dirty="0" err="1">
                <a:solidFill>
                  <a:srgbClr val="003366"/>
                </a:solidFill>
                <a:latin typeface="Merriweather"/>
                <a:ea typeface="Merriweather"/>
                <a:cs typeface="Merriweather"/>
                <a:sym typeface="Merriweather"/>
              </a:rPr>
              <a:t>Xác</a:t>
            </a:r>
            <a:r>
              <a:rPr lang="en-US" sz="4800" b="1" i="0" u="none" strike="noStrike" cap="none" dirty="0">
                <a:solidFill>
                  <a:srgbClr val="003366"/>
                </a:solidFill>
                <a:latin typeface="Merriweather"/>
                <a:ea typeface="Merriweather"/>
                <a:cs typeface="Merriweather"/>
                <a:sym typeface="Merriweather"/>
              </a:rPr>
              <a:t> </a:t>
            </a:r>
            <a:r>
              <a:rPr lang="en-US" sz="4800" b="1" i="0" u="none" strike="noStrike" cap="none" dirty="0" err="1">
                <a:solidFill>
                  <a:srgbClr val="003366"/>
                </a:solidFill>
                <a:latin typeface="Merriweather"/>
                <a:ea typeface="Merriweather"/>
                <a:cs typeface="Merriweather"/>
                <a:sym typeface="Merriweather"/>
              </a:rPr>
              <a:t>định</a:t>
            </a:r>
            <a:r>
              <a:rPr lang="en-US" sz="4800" b="1" i="0" u="none" strike="noStrike" cap="none" dirty="0">
                <a:solidFill>
                  <a:srgbClr val="003366"/>
                </a:solidFill>
                <a:latin typeface="Merriweather"/>
                <a:ea typeface="Merriweather"/>
                <a:cs typeface="Merriweather"/>
                <a:sym typeface="Merriweather"/>
              </a:rPr>
              <a:t> </a:t>
            </a:r>
            <a:r>
              <a:rPr lang="en-US" sz="4800" b="1" i="0" u="none" strike="noStrike" cap="none" dirty="0" err="1">
                <a:solidFill>
                  <a:srgbClr val="003366"/>
                </a:solidFill>
                <a:latin typeface="Merriweather"/>
                <a:ea typeface="Merriweather"/>
                <a:cs typeface="Merriweather"/>
                <a:sym typeface="Merriweather"/>
              </a:rPr>
              <a:t>Chân</a:t>
            </a:r>
            <a:r>
              <a:rPr lang="en-US" sz="4800" b="1" i="0" u="none" strike="noStrike" cap="none" dirty="0">
                <a:solidFill>
                  <a:srgbClr val="003366"/>
                </a:solidFill>
                <a:latin typeface="Merriweather"/>
                <a:ea typeface="Merriweather"/>
                <a:cs typeface="Merriweather"/>
                <a:sym typeface="Merriweather"/>
              </a:rPr>
              <a:t> </a:t>
            </a:r>
            <a:r>
              <a:rPr lang="en-US" sz="4800" b="1" i="0" u="none" strike="noStrike" cap="none" dirty="0" err="1">
                <a:solidFill>
                  <a:srgbClr val="003366"/>
                </a:solidFill>
                <a:latin typeface="Merriweather"/>
                <a:ea typeface="Merriweather"/>
                <a:cs typeface="Merriweather"/>
                <a:sym typeface="Merriweather"/>
              </a:rPr>
              <a:t>lý</a:t>
            </a:r>
            <a:r>
              <a:rPr lang="en-US" sz="4800" b="1" i="0" u="none" strike="noStrike" cap="none" dirty="0">
                <a:solidFill>
                  <a:srgbClr val="003366"/>
                </a:solidFill>
                <a:latin typeface="Merriweather"/>
                <a:ea typeface="Merriweather"/>
                <a:cs typeface="Merriweather"/>
                <a:sym typeface="Merriweather"/>
              </a:rPr>
              <a:t> </a:t>
            </a:r>
            <a:r>
              <a:rPr lang="en-US" sz="4800" b="1" i="0" u="none" strike="noStrike" cap="none" dirty="0" err="1">
                <a:solidFill>
                  <a:srgbClr val="003366"/>
                </a:solidFill>
                <a:latin typeface="Merriweather"/>
                <a:ea typeface="Merriweather"/>
                <a:cs typeface="Merriweather"/>
                <a:sym typeface="Merriweather"/>
              </a:rPr>
              <a:t>trong</a:t>
            </a:r>
            <a:br>
              <a:rPr lang="en-US" sz="1800" b="0" i="0" u="none" strike="noStrike" cap="none" dirty="0">
                <a:solidFill>
                  <a:schemeClr val="dk1"/>
                </a:solidFill>
                <a:latin typeface="Calibri"/>
                <a:ea typeface="Calibri"/>
                <a:cs typeface="Calibri"/>
                <a:sym typeface="Calibri"/>
              </a:rPr>
            </a:br>
            <a:r>
              <a:rPr lang="en-US" sz="4800" b="1" i="0" u="none" strike="noStrike" cap="none" dirty="0">
                <a:solidFill>
                  <a:srgbClr val="003366"/>
                </a:solidFill>
                <a:latin typeface="Merriweather"/>
                <a:ea typeface="Merriweather"/>
                <a:cs typeface="Merriweather"/>
                <a:sym typeface="Merriweather"/>
              </a:rPr>
              <a:t> </a:t>
            </a:r>
            <a:r>
              <a:rPr lang="en-US" sz="4800" b="1" i="0" u="none" strike="noStrike" cap="none" dirty="0" err="1">
                <a:solidFill>
                  <a:srgbClr val="003366"/>
                </a:solidFill>
                <a:latin typeface="Merriweather"/>
                <a:ea typeface="Merriweather"/>
                <a:cs typeface="Merriweather"/>
                <a:sym typeface="Merriweather"/>
              </a:rPr>
              <a:t>Kỷ</a:t>
            </a:r>
            <a:r>
              <a:rPr lang="en-US" sz="4800" b="1" i="0" u="none" strike="noStrike" cap="none" dirty="0">
                <a:solidFill>
                  <a:srgbClr val="003366"/>
                </a:solidFill>
                <a:latin typeface="Merriweather"/>
                <a:ea typeface="Merriweather"/>
                <a:cs typeface="Merriweather"/>
                <a:sym typeface="Merriweather"/>
              </a:rPr>
              <a:t> </a:t>
            </a:r>
            <a:r>
              <a:rPr lang="en-US" sz="4800" b="1" i="0" u="none" strike="noStrike" cap="none" dirty="0" err="1">
                <a:solidFill>
                  <a:srgbClr val="003366"/>
                </a:solidFill>
                <a:latin typeface="Merriweather"/>
                <a:ea typeface="Merriweather"/>
                <a:cs typeface="Merriweather"/>
                <a:sym typeface="Merriweather"/>
              </a:rPr>
              <a:t>nguyên</a:t>
            </a:r>
            <a:r>
              <a:rPr lang="en-US" sz="4800" b="1" i="0" u="none" strike="noStrike" cap="none" dirty="0">
                <a:solidFill>
                  <a:srgbClr val="003366"/>
                </a:solidFill>
                <a:latin typeface="Merriweather"/>
                <a:ea typeface="Merriweather"/>
                <a:cs typeface="Merriweather"/>
                <a:sym typeface="Merriweather"/>
              </a:rPr>
              <a:t> </a:t>
            </a:r>
            <a:r>
              <a:rPr lang="en-US" sz="4800" b="1" i="0" u="none" strike="noStrike" cap="none" dirty="0" err="1">
                <a:solidFill>
                  <a:srgbClr val="003366"/>
                </a:solidFill>
                <a:latin typeface="Merriweather"/>
                <a:ea typeface="Merriweather"/>
                <a:cs typeface="Merriweather"/>
                <a:sym typeface="Merriweather"/>
              </a:rPr>
              <a:t>số</a:t>
            </a:r>
            <a:endParaRPr dirty="0"/>
          </a:p>
        </p:txBody>
      </p:sp>
      <p:pic>
        <p:nvPicPr>
          <p:cNvPr id="2" name="Google Shape;188;p22" descr="VHU - KỶ NIỆM 202 NĂM NGÀY SINH CÁC MÁC (5/5/1818 – 5/5/2020) ———————————  Trong hàng ngũ những vĩ nhân của lịch sử nhân loại, Các Mác (Karl Marx)  chiếm một vị">
            <a:extLst>
              <a:ext uri="{FF2B5EF4-FFF2-40B4-BE49-F238E27FC236}">
                <a16:creationId xmlns:a16="http://schemas.microsoft.com/office/drawing/2014/main" id="{BA06E477-E8E7-D50A-5251-6A751DB200F6}"/>
              </a:ext>
            </a:extLst>
          </p:cNvPr>
          <p:cNvPicPr preferRelativeResize="0"/>
          <p:nvPr/>
        </p:nvPicPr>
        <p:blipFill>
          <a:blip r:embed="rId4">
            <a:alphaModFix/>
          </a:blip>
          <a:stretch>
            <a:fillRect/>
          </a:stretch>
        </p:blipFill>
        <p:spPr>
          <a:xfrm>
            <a:off x="7033154" y="-5712954"/>
            <a:ext cx="4753350" cy="5413575"/>
          </a:xfrm>
          <a:prstGeom prst="rect">
            <a:avLst/>
          </a:prstGeom>
          <a:noFill/>
          <a:ln>
            <a:noFill/>
          </a:ln>
        </p:spPr>
      </p:pic>
      <p:sp>
        <p:nvSpPr>
          <p:cNvPr id="3" name="Google Shape;183;p22">
            <a:extLst>
              <a:ext uri="{FF2B5EF4-FFF2-40B4-BE49-F238E27FC236}">
                <a16:creationId xmlns:a16="http://schemas.microsoft.com/office/drawing/2014/main" id="{9F056BB7-82F8-DFA2-455E-5356C2B1CEB6}"/>
              </a:ext>
            </a:extLst>
          </p:cNvPr>
          <p:cNvSpPr txBox="1"/>
          <p:nvPr/>
        </p:nvSpPr>
        <p:spPr>
          <a:xfrm>
            <a:off x="-18047837" y="382700"/>
            <a:ext cx="5927100" cy="585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800" b="1" i="0" u="none" strike="noStrike" cap="none" dirty="0" err="1">
                <a:solidFill>
                  <a:srgbClr val="003366"/>
                </a:solidFill>
                <a:latin typeface="Merriweather" panose="00000500000000000000" pitchFamily="2" charset="0"/>
                <a:ea typeface="Merriweather"/>
                <a:cs typeface="Merriweather"/>
                <a:sym typeface="Merriweather"/>
              </a:rPr>
              <a:t>Sức</a:t>
            </a:r>
            <a:r>
              <a:rPr lang="en-US" sz="3800" b="1" i="0" u="none" strike="noStrike" cap="none" dirty="0">
                <a:solidFill>
                  <a:srgbClr val="003366"/>
                </a:solidFill>
                <a:latin typeface="Merriweather" panose="00000500000000000000" pitchFamily="2" charset="0"/>
                <a:ea typeface="Merriweather"/>
                <a:cs typeface="Merriweather"/>
                <a:sym typeface="Merriweather"/>
              </a:rPr>
              <a:t> </a:t>
            </a:r>
            <a:r>
              <a:rPr lang="en-US" sz="3800" b="1" i="0" u="none" strike="noStrike" cap="none" dirty="0" err="1">
                <a:solidFill>
                  <a:srgbClr val="003366"/>
                </a:solidFill>
                <a:latin typeface="Merriweather" panose="00000500000000000000" pitchFamily="2" charset="0"/>
                <a:ea typeface="Merriweather"/>
                <a:cs typeface="Merriweather"/>
                <a:sym typeface="Merriweather"/>
              </a:rPr>
              <a:t>mạnh</a:t>
            </a:r>
            <a:r>
              <a:rPr lang="en-US" sz="3800" b="1" i="0" u="none" strike="noStrike" cap="none" dirty="0">
                <a:solidFill>
                  <a:srgbClr val="003366"/>
                </a:solidFill>
                <a:latin typeface="Merriweather" panose="00000500000000000000" pitchFamily="2" charset="0"/>
                <a:ea typeface="Merriweather"/>
                <a:cs typeface="Merriweather"/>
                <a:sym typeface="Merriweather"/>
              </a:rPr>
              <a:t> </a:t>
            </a:r>
            <a:r>
              <a:rPr lang="en-US" sz="3800" b="1" i="0" u="none" strike="noStrike" cap="none" dirty="0" err="1">
                <a:solidFill>
                  <a:srgbClr val="003366"/>
                </a:solidFill>
                <a:latin typeface="Merriweather" panose="00000500000000000000" pitchFamily="2" charset="0"/>
                <a:ea typeface="Merriweather"/>
                <a:cs typeface="Merriweather"/>
                <a:sym typeface="Merriweather"/>
              </a:rPr>
              <a:t>của</a:t>
            </a:r>
            <a:r>
              <a:rPr lang="en-US" sz="3800" b="1" i="0" u="none" strike="noStrike" cap="none" dirty="0">
                <a:solidFill>
                  <a:srgbClr val="003366"/>
                </a:solidFill>
                <a:latin typeface="Merriweather" panose="00000500000000000000" pitchFamily="2" charset="0"/>
                <a:ea typeface="Merriweather"/>
                <a:cs typeface="Merriweather"/>
                <a:sym typeface="Merriweather"/>
              </a:rPr>
              <a:t> </a:t>
            </a:r>
            <a:r>
              <a:rPr lang="en-US" sz="3800" b="1" i="0" u="none" strike="noStrike" cap="none" dirty="0" err="1">
                <a:solidFill>
                  <a:srgbClr val="003366"/>
                </a:solidFill>
                <a:latin typeface="Merriweather" panose="00000500000000000000" pitchFamily="2" charset="0"/>
                <a:ea typeface="Merriweather"/>
                <a:cs typeface="Merriweather"/>
                <a:sym typeface="Merriweather"/>
              </a:rPr>
              <a:t>Thực</a:t>
            </a:r>
            <a:r>
              <a:rPr lang="en-US" sz="3800" b="1" i="0" u="none" strike="noStrike" cap="none" dirty="0">
                <a:solidFill>
                  <a:srgbClr val="003366"/>
                </a:solidFill>
                <a:latin typeface="Merriweather" panose="00000500000000000000" pitchFamily="2" charset="0"/>
                <a:ea typeface="Merriweather"/>
                <a:cs typeface="Merriweather"/>
                <a:sym typeface="Merriweather"/>
              </a:rPr>
              <a:t> </a:t>
            </a:r>
            <a:r>
              <a:rPr lang="en-US" sz="3800" b="1" i="0" u="none" strike="noStrike" cap="none" dirty="0" err="1">
                <a:solidFill>
                  <a:srgbClr val="003366"/>
                </a:solidFill>
                <a:latin typeface="Merriweather" panose="00000500000000000000" pitchFamily="2" charset="0"/>
                <a:ea typeface="Merriweather"/>
                <a:cs typeface="Merriweather"/>
                <a:sym typeface="Merriweather"/>
              </a:rPr>
              <a:t>tiễn</a:t>
            </a:r>
            <a:endParaRPr sz="1600" dirty="0">
              <a:latin typeface="Merriweather" panose="00000500000000000000" pitchFamily="2" charset="0"/>
            </a:endParaRPr>
          </a:p>
        </p:txBody>
      </p:sp>
      <p:sp>
        <p:nvSpPr>
          <p:cNvPr id="4" name="Google Shape;184;p22">
            <a:extLst>
              <a:ext uri="{FF2B5EF4-FFF2-40B4-BE49-F238E27FC236}">
                <a16:creationId xmlns:a16="http://schemas.microsoft.com/office/drawing/2014/main" id="{9F47F801-7357-10DA-150C-84472CDCDBBF}"/>
              </a:ext>
            </a:extLst>
          </p:cNvPr>
          <p:cNvSpPr txBox="1"/>
          <p:nvPr/>
        </p:nvSpPr>
        <p:spPr>
          <a:xfrm>
            <a:off x="-23974937" y="1191799"/>
            <a:ext cx="5927100" cy="1107996"/>
          </a:xfrm>
          <a:prstGeom prst="rect">
            <a:avLst/>
          </a:prstGeom>
          <a:noFill/>
          <a:ln>
            <a:noFill/>
          </a:ln>
        </p:spPr>
        <p:txBody>
          <a:bodyPr spcFirstLastPara="1" wrap="square" lIns="0" tIns="0" rIns="0" bIns="0" anchor="t" anchorCtr="0">
            <a:spAutoFit/>
          </a:bodyPr>
          <a:lstStyle/>
          <a:p>
            <a:pPr marL="457200" marR="0" lvl="0" indent="-371475" algn="just" rtl="0">
              <a:lnSpc>
                <a:spcPct val="160000"/>
              </a:lnSpc>
              <a:spcBef>
                <a:spcPts val="0"/>
              </a:spcBef>
              <a:spcAft>
                <a:spcPts val="0"/>
              </a:spcAft>
              <a:buClr>
                <a:srgbClr val="334155"/>
              </a:buClr>
              <a:buSzPts val="2250"/>
              <a:buFont typeface="DM Sans"/>
              <a:buChar char="-"/>
            </a:pPr>
            <a:r>
              <a:rPr lang="en-US" sz="2250" b="1" i="0" u="none" strike="noStrike" cap="none" dirty="0" err="1">
                <a:solidFill>
                  <a:srgbClr val="334155"/>
                </a:solidFill>
                <a:latin typeface="Merriweather" panose="00000500000000000000" pitchFamily="2" charset="0"/>
                <a:ea typeface="DM Sans"/>
                <a:cs typeface="DM Sans"/>
                <a:sym typeface="DM Sans"/>
              </a:rPr>
              <a:t>Thực</a:t>
            </a:r>
            <a:r>
              <a:rPr lang="en-US" sz="2250" b="1" i="0" u="none" strike="noStrike" cap="none" dirty="0">
                <a:solidFill>
                  <a:srgbClr val="334155"/>
                </a:solidFill>
                <a:latin typeface="Merriweather" panose="00000500000000000000" pitchFamily="2" charset="0"/>
                <a:ea typeface="DM Sans"/>
                <a:cs typeface="DM Sans"/>
                <a:sym typeface="DM Sans"/>
              </a:rPr>
              <a:t> </a:t>
            </a:r>
            <a:r>
              <a:rPr lang="en-US" sz="2250" b="1" i="0" u="none" strike="noStrike" cap="none" dirty="0" err="1">
                <a:solidFill>
                  <a:srgbClr val="334155"/>
                </a:solidFill>
                <a:latin typeface="Merriweather" panose="00000500000000000000" pitchFamily="2" charset="0"/>
                <a:ea typeface="DM Sans"/>
                <a:cs typeface="DM Sans"/>
                <a:sym typeface="DM Sans"/>
              </a:rPr>
              <a:t>tiễn</a:t>
            </a:r>
            <a:r>
              <a:rPr lang="en-US" sz="2250" b="1" i="0" u="none" strike="noStrike" cap="none" dirty="0">
                <a:solidFill>
                  <a:srgbClr val="334155"/>
                </a:solidFill>
                <a:latin typeface="Merriweather" panose="00000500000000000000" pitchFamily="2" charset="0"/>
                <a:ea typeface="DM Sans"/>
                <a:cs typeface="DM Sans"/>
                <a:sym typeface="DM Sans"/>
              </a:rPr>
              <a:t> </a:t>
            </a:r>
            <a:r>
              <a:rPr lang="en-US" sz="2250" b="1" i="0" u="none" strike="noStrike" cap="none" dirty="0" err="1">
                <a:solidFill>
                  <a:srgbClr val="334155"/>
                </a:solidFill>
                <a:latin typeface="Merriweather" panose="00000500000000000000" pitchFamily="2" charset="0"/>
                <a:ea typeface="DM Sans"/>
                <a:cs typeface="DM Sans"/>
                <a:sym typeface="DM Sans"/>
              </a:rPr>
              <a:t>là</a:t>
            </a:r>
            <a:r>
              <a:rPr lang="en-US" sz="2250" b="1" i="0" u="none" strike="noStrike" cap="none" dirty="0">
                <a:solidFill>
                  <a:srgbClr val="334155"/>
                </a:solidFill>
                <a:latin typeface="Merriweather" panose="00000500000000000000" pitchFamily="2" charset="0"/>
                <a:ea typeface="DM Sans"/>
                <a:cs typeface="DM Sans"/>
                <a:sym typeface="DM Sans"/>
              </a:rPr>
              <a:t> </a:t>
            </a:r>
            <a:r>
              <a:rPr lang="en-US" sz="2250" b="1" i="0" u="none" strike="noStrike" cap="none" dirty="0" err="1">
                <a:solidFill>
                  <a:srgbClr val="334155"/>
                </a:solidFill>
                <a:latin typeface="Merriweather" panose="00000500000000000000" pitchFamily="2" charset="0"/>
                <a:ea typeface="DM Sans"/>
                <a:cs typeface="DM Sans"/>
                <a:sym typeface="DM Sans"/>
              </a:rPr>
              <a:t>toàn</a:t>
            </a:r>
            <a:r>
              <a:rPr lang="en-US" sz="2250" b="1" i="0" u="none" strike="noStrike" cap="none" dirty="0">
                <a:solidFill>
                  <a:srgbClr val="334155"/>
                </a:solidFill>
                <a:latin typeface="Merriweather" panose="00000500000000000000" pitchFamily="2" charset="0"/>
                <a:ea typeface="DM Sans"/>
                <a:cs typeface="DM Sans"/>
                <a:sym typeface="DM Sans"/>
              </a:rPr>
              <a:t> </a:t>
            </a:r>
            <a:r>
              <a:rPr lang="en-US" sz="2250" b="1" i="0" u="none" strike="noStrike" cap="none" dirty="0" err="1">
                <a:solidFill>
                  <a:srgbClr val="334155"/>
                </a:solidFill>
                <a:latin typeface="Merriweather" panose="00000500000000000000" pitchFamily="2" charset="0"/>
                <a:ea typeface="DM Sans"/>
                <a:cs typeface="DM Sans"/>
                <a:sym typeface="DM Sans"/>
              </a:rPr>
              <a:t>bộ</a:t>
            </a:r>
            <a:r>
              <a:rPr lang="en-US" sz="2250" b="1" i="0" u="none" strike="noStrike" cap="none" dirty="0">
                <a:solidFill>
                  <a:srgbClr val="334155"/>
                </a:solidFill>
                <a:latin typeface="Merriweather" panose="00000500000000000000" pitchFamily="2" charset="0"/>
                <a:ea typeface="DM Sans"/>
                <a:cs typeface="DM Sans"/>
                <a:sym typeface="DM Sans"/>
              </a:rPr>
              <a:t> </a:t>
            </a:r>
            <a:r>
              <a:rPr lang="en-US" sz="2250" b="1" i="0" u="none" strike="noStrike" cap="none" dirty="0" err="1">
                <a:solidFill>
                  <a:srgbClr val="334155"/>
                </a:solidFill>
                <a:latin typeface="Merriweather" panose="00000500000000000000" pitchFamily="2" charset="0"/>
                <a:ea typeface="DM Sans"/>
                <a:cs typeface="DM Sans"/>
                <a:sym typeface="DM Sans"/>
              </a:rPr>
              <a:t>hoạt</a:t>
            </a:r>
            <a:r>
              <a:rPr lang="en-US" sz="2250" b="1" i="0" u="none" strike="noStrike" cap="none" dirty="0">
                <a:solidFill>
                  <a:srgbClr val="334155"/>
                </a:solidFill>
                <a:latin typeface="Merriweather" panose="00000500000000000000" pitchFamily="2" charset="0"/>
                <a:ea typeface="DM Sans"/>
                <a:cs typeface="DM Sans"/>
                <a:sym typeface="DM Sans"/>
              </a:rPr>
              <a:t> </a:t>
            </a:r>
            <a:r>
              <a:rPr lang="en-US" sz="2250" b="1" i="0" u="none" strike="noStrike" cap="none" dirty="0" err="1">
                <a:solidFill>
                  <a:srgbClr val="334155"/>
                </a:solidFill>
                <a:latin typeface="Merriweather" panose="00000500000000000000" pitchFamily="2" charset="0"/>
                <a:ea typeface="DM Sans"/>
                <a:cs typeface="DM Sans"/>
                <a:sym typeface="DM Sans"/>
              </a:rPr>
              <a:t>động</a:t>
            </a:r>
            <a:r>
              <a:rPr lang="en-US" sz="2250" b="1" dirty="0">
                <a:solidFill>
                  <a:srgbClr val="334155"/>
                </a:solidFill>
                <a:latin typeface="Merriweather" panose="00000500000000000000" pitchFamily="2" charset="0"/>
                <a:ea typeface="DM Sans"/>
                <a:cs typeface="DM Sans"/>
                <a:sym typeface="DM Sans"/>
              </a:rPr>
              <a:t> </a:t>
            </a:r>
            <a:r>
              <a:rPr lang="en-US" sz="2250" b="1" i="0" u="none" strike="noStrike" cap="none" dirty="0" err="1">
                <a:solidFill>
                  <a:srgbClr val="334155"/>
                </a:solidFill>
                <a:latin typeface="Merriweather" panose="00000500000000000000" pitchFamily="2" charset="0"/>
                <a:ea typeface="DM Sans"/>
                <a:cs typeface="DM Sans"/>
                <a:sym typeface="DM Sans"/>
              </a:rPr>
              <a:t>vật</a:t>
            </a:r>
            <a:r>
              <a:rPr lang="en-US" sz="2250" b="1" i="0" u="none" strike="noStrike" cap="none" dirty="0">
                <a:solidFill>
                  <a:srgbClr val="334155"/>
                </a:solidFill>
                <a:latin typeface="Merriweather" panose="00000500000000000000" pitchFamily="2" charset="0"/>
                <a:ea typeface="DM Sans"/>
                <a:cs typeface="DM Sans"/>
                <a:sym typeface="DM Sans"/>
              </a:rPr>
              <a:t> </a:t>
            </a:r>
            <a:r>
              <a:rPr lang="en-US" sz="2250" b="1" i="0" u="none" strike="noStrike" cap="none" dirty="0" err="1">
                <a:solidFill>
                  <a:srgbClr val="334155"/>
                </a:solidFill>
                <a:latin typeface="Merriweather" panose="00000500000000000000" pitchFamily="2" charset="0"/>
                <a:ea typeface="DM Sans"/>
                <a:cs typeface="DM Sans"/>
                <a:sym typeface="DM Sans"/>
              </a:rPr>
              <a:t>chất</a:t>
            </a:r>
            <a:r>
              <a:rPr lang="en-US" sz="2250" b="1" i="0" u="none" strike="noStrike" cap="none" dirty="0">
                <a:solidFill>
                  <a:srgbClr val="334155"/>
                </a:solidFill>
                <a:latin typeface="Merriweather" panose="00000500000000000000" pitchFamily="2" charset="0"/>
                <a:ea typeface="DM Sans"/>
                <a:cs typeface="DM Sans"/>
                <a:sym typeface="DM Sans"/>
              </a:rPr>
              <a:t> </a:t>
            </a:r>
            <a:r>
              <a:rPr lang="en-US" sz="2250" b="1" i="0" u="none" strike="noStrike" cap="none" dirty="0" err="1">
                <a:solidFill>
                  <a:srgbClr val="334155"/>
                </a:solidFill>
                <a:latin typeface="Merriweather" panose="00000500000000000000" pitchFamily="2" charset="0"/>
                <a:ea typeface="DM Sans"/>
                <a:cs typeface="DM Sans"/>
                <a:sym typeface="DM Sans"/>
              </a:rPr>
              <a:t>nhằm</a:t>
            </a:r>
            <a:r>
              <a:rPr lang="en-US" sz="2250" b="1" i="0" u="none" strike="noStrike" cap="none" dirty="0">
                <a:solidFill>
                  <a:srgbClr val="334155"/>
                </a:solidFill>
                <a:latin typeface="Merriweather" panose="00000500000000000000" pitchFamily="2" charset="0"/>
                <a:ea typeface="DM Sans"/>
                <a:cs typeface="DM Sans"/>
                <a:sym typeface="DM Sans"/>
              </a:rPr>
              <a:t> </a:t>
            </a:r>
            <a:r>
              <a:rPr lang="en-US" sz="2250" b="1" i="0" u="none" strike="noStrike" cap="none" dirty="0" err="1">
                <a:solidFill>
                  <a:srgbClr val="334155"/>
                </a:solidFill>
                <a:latin typeface="Merriweather" panose="00000500000000000000" pitchFamily="2" charset="0"/>
                <a:ea typeface="DM Sans"/>
                <a:cs typeface="DM Sans"/>
                <a:sym typeface="DM Sans"/>
              </a:rPr>
              <a:t>cải</a:t>
            </a:r>
            <a:r>
              <a:rPr lang="en-US" sz="2250" b="1" i="0" u="none" strike="noStrike" cap="none" dirty="0">
                <a:solidFill>
                  <a:srgbClr val="334155"/>
                </a:solidFill>
                <a:latin typeface="Merriweather" panose="00000500000000000000" pitchFamily="2" charset="0"/>
                <a:ea typeface="DM Sans"/>
                <a:cs typeface="DM Sans"/>
                <a:sym typeface="DM Sans"/>
              </a:rPr>
              <a:t> </a:t>
            </a:r>
            <a:r>
              <a:rPr lang="en-US" sz="2250" b="1" i="0" u="none" strike="noStrike" cap="none" dirty="0" err="1">
                <a:solidFill>
                  <a:srgbClr val="334155"/>
                </a:solidFill>
                <a:latin typeface="Merriweather" panose="00000500000000000000" pitchFamily="2" charset="0"/>
                <a:ea typeface="DM Sans"/>
                <a:cs typeface="DM Sans"/>
                <a:sym typeface="DM Sans"/>
              </a:rPr>
              <a:t>tạo</a:t>
            </a:r>
            <a:r>
              <a:rPr lang="en-US" sz="2250" b="1" i="0" u="none" strike="noStrike" cap="none" dirty="0">
                <a:solidFill>
                  <a:srgbClr val="334155"/>
                </a:solidFill>
                <a:latin typeface="Merriweather" panose="00000500000000000000" pitchFamily="2" charset="0"/>
                <a:ea typeface="DM Sans"/>
                <a:cs typeface="DM Sans"/>
                <a:sym typeface="DM Sans"/>
              </a:rPr>
              <a:t> </a:t>
            </a:r>
            <a:r>
              <a:rPr lang="en-US" sz="2250" b="1" i="0" u="none" strike="noStrike" cap="none" dirty="0" err="1">
                <a:solidFill>
                  <a:srgbClr val="334155"/>
                </a:solidFill>
                <a:latin typeface="Merriweather" panose="00000500000000000000" pitchFamily="2" charset="0"/>
                <a:ea typeface="DM Sans"/>
                <a:cs typeface="DM Sans"/>
                <a:sym typeface="DM Sans"/>
              </a:rPr>
              <a:t>tự</a:t>
            </a:r>
            <a:r>
              <a:rPr lang="en-US" sz="2250" b="1" i="0" u="none" strike="noStrike" cap="none" dirty="0">
                <a:solidFill>
                  <a:srgbClr val="334155"/>
                </a:solidFill>
                <a:latin typeface="Merriweather" panose="00000500000000000000" pitchFamily="2" charset="0"/>
                <a:ea typeface="DM Sans"/>
                <a:cs typeface="DM Sans"/>
                <a:sym typeface="DM Sans"/>
              </a:rPr>
              <a:t> </a:t>
            </a:r>
            <a:r>
              <a:rPr lang="en-US" sz="2250" b="1" i="0" u="none" strike="noStrike" cap="none" dirty="0" err="1">
                <a:solidFill>
                  <a:srgbClr val="334155"/>
                </a:solidFill>
                <a:latin typeface="Merriweather" panose="00000500000000000000" pitchFamily="2" charset="0"/>
                <a:ea typeface="DM Sans"/>
                <a:cs typeface="DM Sans"/>
                <a:sym typeface="DM Sans"/>
              </a:rPr>
              <a:t>nhiên</a:t>
            </a:r>
            <a:r>
              <a:rPr lang="en-US" sz="2250" b="1" i="0" u="none" strike="noStrike" cap="none" dirty="0">
                <a:solidFill>
                  <a:srgbClr val="334155"/>
                </a:solidFill>
                <a:latin typeface="Merriweather" panose="00000500000000000000" pitchFamily="2" charset="0"/>
                <a:ea typeface="DM Sans"/>
                <a:cs typeface="DM Sans"/>
                <a:sym typeface="DM Sans"/>
              </a:rPr>
              <a:t> </a:t>
            </a:r>
            <a:r>
              <a:rPr lang="en-US" sz="2250" b="1" i="0" u="none" strike="noStrike" cap="none" dirty="0" err="1">
                <a:solidFill>
                  <a:srgbClr val="334155"/>
                </a:solidFill>
                <a:latin typeface="Merriweather" panose="00000500000000000000" pitchFamily="2" charset="0"/>
                <a:ea typeface="DM Sans"/>
                <a:cs typeface="DM Sans"/>
                <a:sym typeface="DM Sans"/>
              </a:rPr>
              <a:t>và</a:t>
            </a:r>
            <a:r>
              <a:rPr lang="en-US" sz="2250" b="1" i="0" u="none" strike="noStrike" cap="none" dirty="0">
                <a:solidFill>
                  <a:srgbClr val="334155"/>
                </a:solidFill>
                <a:latin typeface="Merriweather" panose="00000500000000000000" pitchFamily="2" charset="0"/>
                <a:ea typeface="DM Sans"/>
                <a:cs typeface="DM Sans"/>
                <a:sym typeface="DM Sans"/>
              </a:rPr>
              <a:t> </a:t>
            </a:r>
            <a:r>
              <a:rPr lang="en-US" sz="2250" b="1" i="0" u="none" strike="noStrike" cap="none" dirty="0" err="1">
                <a:solidFill>
                  <a:srgbClr val="334155"/>
                </a:solidFill>
                <a:latin typeface="Merriweather" panose="00000500000000000000" pitchFamily="2" charset="0"/>
                <a:ea typeface="DM Sans"/>
                <a:cs typeface="DM Sans"/>
                <a:sym typeface="DM Sans"/>
              </a:rPr>
              <a:t>xã</a:t>
            </a:r>
            <a:r>
              <a:rPr lang="en-US" sz="2250" b="1" i="0" u="none" strike="noStrike" cap="none" dirty="0">
                <a:solidFill>
                  <a:srgbClr val="334155"/>
                </a:solidFill>
                <a:latin typeface="Merriweather" panose="00000500000000000000" pitchFamily="2" charset="0"/>
                <a:ea typeface="DM Sans"/>
                <a:cs typeface="DM Sans"/>
                <a:sym typeface="DM Sans"/>
              </a:rPr>
              <a:t> </a:t>
            </a:r>
            <a:r>
              <a:rPr lang="en-US" sz="2250" b="1" i="0" u="none" strike="noStrike" cap="none" dirty="0" err="1">
                <a:solidFill>
                  <a:srgbClr val="334155"/>
                </a:solidFill>
                <a:latin typeface="Merriweather" panose="00000500000000000000" pitchFamily="2" charset="0"/>
                <a:ea typeface="DM Sans"/>
                <a:cs typeface="DM Sans"/>
                <a:sym typeface="DM Sans"/>
              </a:rPr>
              <a:t>hội</a:t>
            </a:r>
            <a:r>
              <a:rPr lang="en-US" sz="2250" b="1" i="0" u="none" strike="noStrike" cap="none" dirty="0">
                <a:solidFill>
                  <a:srgbClr val="334155"/>
                </a:solidFill>
                <a:latin typeface="Merriweather" panose="00000500000000000000" pitchFamily="2" charset="0"/>
                <a:ea typeface="DM Sans"/>
                <a:cs typeface="DM Sans"/>
                <a:sym typeface="DM Sans"/>
              </a:rPr>
              <a:t>. </a:t>
            </a:r>
            <a:endParaRPr sz="2250" b="1" dirty="0">
              <a:solidFill>
                <a:srgbClr val="334155"/>
              </a:solidFill>
              <a:latin typeface="Merriweather" panose="00000500000000000000" pitchFamily="2" charset="0"/>
              <a:ea typeface="DM Sans"/>
              <a:cs typeface="DM Sans"/>
              <a:sym typeface="DM Sans"/>
            </a:endParaRPr>
          </a:p>
        </p:txBody>
      </p:sp>
      <p:sp>
        <p:nvSpPr>
          <p:cNvPr id="5" name="Google Shape;185;p22">
            <a:extLst>
              <a:ext uri="{FF2B5EF4-FFF2-40B4-BE49-F238E27FC236}">
                <a16:creationId xmlns:a16="http://schemas.microsoft.com/office/drawing/2014/main" id="{016C83E2-21C1-4BA7-4F38-7DFFD7101114}"/>
              </a:ext>
            </a:extLst>
          </p:cNvPr>
          <p:cNvSpPr txBox="1"/>
          <p:nvPr/>
        </p:nvSpPr>
        <p:spPr>
          <a:xfrm>
            <a:off x="-30980587" y="5115320"/>
            <a:ext cx="4938600" cy="83715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700" b="0" i="1" u="none" strike="noStrike" cap="none" dirty="0">
                <a:solidFill>
                  <a:srgbClr val="334155"/>
                </a:solidFill>
                <a:latin typeface="Merriweather" panose="00000500000000000000" pitchFamily="2" charset="0"/>
                <a:ea typeface="DM Sans"/>
                <a:cs typeface="DM Sans"/>
                <a:sym typeface="DM Sans"/>
              </a:rPr>
              <a:t>"</a:t>
            </a:r>
            <a:r>
              <a:rPr lang="en-US" sz="1700" b="0" i="1" u="none" strike="noStrike" cap="none" dirty="0" err="1">
                <a:solidFill>
                  <a:srgbClr val="334155"/>
                </a:solidFill>
                <a:latin typeface="Merriweather" panose="00000500000000000000" pitchFamily="2" charset="0"/>
                <a:ea typeface="DM Sans"/>
                <a:cs typeface="DM Sans"/>
                <a:sym typeface="DM Sans"/>
              </a:rPr>
              <a:t>Vấn</a:t>
            </a:r>
            <a:r>
              <a:rPr lang="en-US" sz="1700" b="0" i="1" u="none" strike="noStrike" cap="none" dirty="0">
                <a:solidFill>
                  <a:srgbClr val="334155"/>
                </a:solidFill>
                <a:latin typeface="Merriweather" panose="00000500000000000000" pitchFamily="2" charset="0"/>
                <a:ea typeface="DM Sans"/>
                <a:cs typeface="DM Sans"/>
                <a:sym typeface="DM Sans"/>
              </a:rPr>
              <a:t> </a:t>
            </a:r>
            <a:r>
              <a:rPr lang="en-US" sz="1700" b="0" i="1" u="none" strike="noStrike" cap="none" dirty="0" err="1">
                <a:solidFill>
                  <a:srgbClr val="334155"/>
                </a:solidFill>
                <a:latin typeface="Merriweather" panose="00000500000000000000" pitchFamily="2" charset="0"/>
                <a:ea typeface="DM Sans"/>
                <a:cs typeface="DM Sans"/>
                <a:sym typeface="DM Sans"/>
              </a:rPr>
              <a:t>đề</a:t>
            </a:r>
            <a:r>
              <a:rPr lang="en-US" sz="1700" b="0" i="1" u="none" strike="noStrike" cap="none" dirty="0">
                <a:solidFill>
                  <a:srgbClr val="334155"/>
                </a:solidFill>
                <a:latin typeface="Merriweather" panose="00000500000000000000" pitchFamily="2" charset="0"/>
                <a:ea typeface="DM Sans"/>
                <a:cs typeface="DM Sans"/>
                <a:sym typeface="DM Sans"/>
              </a:rPr>
              <a:t> </a:t>
            </a:r>
            <a:r>
              <a:rPr lang="en-US" sz="1700" b="0" i="1" u="none" strike="noStrike" cap="none" dirty="0" err="1">
                <a:solidFill>
                  <a:srgbClr val="334155"/>
                </a:solidFill>
                <a:latin typeface="Merriweather" panose="00000500000000000000" pitchFamily="2" charset="0"/>
                <a:ea typeface="DM Sans"/>
                <a:cs typeface="DM Sans"/>
                <a:sym typeface="DM Sans"/>
              </a:rPr>
              <a:t>tư</a:t>
            </a:r>
            <a:r>
              <a:rPr lang="en-US" sz="1700" b="0" i="1" u="none" strike="noStrike" cap="none" dirty="0">
                <a:solidFill>
                  <a:srgbClr val="334155"/>
                </a:solidFill>
                <a:latin typeface="Merriweather" panose="00000500000000000000" pitchFamily="2" charset="0"/>
                <a:ea typeface="DM Sans"/>
                <a:cs typeface="DM Sans"/>
                <a:sym typeface="DM Sans"/>
              </a:rPr>
              <a:t> </a:t>
            </a:r>
            <a:r>
              <a:rPr lang="en-US" sz="1700" b="0" i="1" u="none" strike="noStrike" cap="none" dirty="0" err="1">
                <a:solidFill>
                  <a:srgbClr val="334155"/>
                </a:solidFill>
                <a:latin typeface="Merriweather" panose="00000500000000000000" pitchFamily="2" charset="0"/>
                <a:ea typeface="DM Sans"/>
                <a:cs typeface="DM Sans"/>
                <a:sym typeface="DM Sans"/>
              </a:rPr>
              <a:t>duy</a:t>
            </a:r>
            <a:r>
              <a:rPr lang="en-US" sz="1700" b="0" i="1" u="none" strike="noStrike" cap="none" dirty="0">
                <a:solidFill>
                  <a:srgbClr val="334155"/>
                </a:solidFill>
                <a:latin typeface="Merriweather" panose="00000500000000000000" pitchFamily="2" charset="0"/>
                <a:ea typeface="DM Sans"/>
                <a:cs typeface="DM Sans"/>
                <a:sym typeface="DM Sans"/>
              </a:rPr>
              <a:t> </a:t>
            </a:r>
            <a:r>
              <a:rPr lang="en-US" sz="1700" b="0" i="1" u="none" strike="noStrike" cap="none" dirty="0" err="1">
                <a:solidFill>
                  <a:srgbClr val="334155"/>
                </a:solidFill>
                <a:latin typeface="Merriweather" panose="00000500000000000000" pitchFamily="2" charset="0"/>
                <a:ea typeface="DM Sans"/>
                <a:cs typeface="DM Sans"/>
                <a:sym typeface="DM Sans"/>
              </a:rPr>
              <a:t>đạt</a:t>
            </a:r>
            <a:r>
              <a:rPr lang="en-US" sz="1700" b="0" i="1" u="none" strike="noStrike" cap="none" dirty="0">
                <a:solidFill>
                  <a:srgbClr val="334155"/>
                </a:solidFill>
                <a:latin typeface="Merriweather" panose="00000500000000000000" pitchFamily="2" charset="0"/>
                <a:ea typeface="DM Sans"/>
                <a:cs typeface="DM Sans"/>
                <a:sym typeface="DM Sans"/>
              </a:rPr>
              <a:t> </a:t>
            </a:r>
            <a:r>
              <a:rPr lang="en-US" sz="1700" b="0" i="1" u="none" strike="noStrike" cap="none" dirty="0" err="1">
                <a:solidFill>
                  <a:srgbClr val="334155"/>
                </a:solidFill>
                <a:latin typeface="Merriweather" panose="00000500000000000000" pitchFamily="2" charset="0"/>
                <a:ea typeface="DM Sans"/>
                <a:cs typeface="DM Sans"/>
                <a:sym typeface="DM Sans"/>
              </a:rPr>
              <a:t>tới</a:t>
            </a:r>
            <a:r>
              <a:rPr lang="en-US" sz="1700" b="0" i="1" u="none" strike="noStrike" cap="none" dirty="0">
                <a:solidFill>
                  <a:srgbClr val="334155"/>
                </a:solidFill>
                <a:latin typeface="Merriweather" panose="00000500000000000000" pitchFamily="2" charset="0"/>
                <a:ea typeface="DM Sans"/>
                <a:cs typeface="DM Sans"/>
                <a:sym typeface="DM Sans"/>
              </a:rPr>
              <a:t> </a:t>
            </a:r>
            <a:r>
              <a:rPr lang="en-US" sz="1700" b="0" i="1" u="none" strike="noStrike" cap="none" dirty="0" err="1">
                <a:solidFill>
                  <a:srgbClr val="334155"/>
                </a:solidFill>
                <a:latin typeface="Merriweather" panose="00000500000000000000" pitchFamily="2" charset="0"/>
                <a:ea typeface="DM Sans"/>
                <a:cs typeface="DM Sans"/>
                <a:sym typeface="DM Sans"/>
              </a:rPr>
              <a:t>chân</a:t>
            </a:r>
            <a:r>
              <a:rPr lang="en-US" sz="1700" b="0" i="1" u="none" strike="noStrike" cap="none" dirty="0">
                <a:solidFill>
                  <a:srgbClr val="334155"/>
                </a:solidFill>
                <a:latin typeface="Merriweather" panose="00000500000000000000" pitchFamily="2" charset="0"/>
                <a:ea typeface="DM Sans"/>
                <a:cs typeface="DM Sans"/>
                <a:sym typeface="DM Sans"/>
              </a:rPr>
              <a:t> </a:t>
            </a:r>
            <a:r>
              <a:rPr lang="en-US" sz="1700" b="0" i="1" u="none" strike="noStrike" cap="none" dirty="0" err="1">
                <a:solidFill>
                  <a:srgbClr val="334155"/>
                </a:solidFill>
                <a:latin typeface="Merriweather" panose="00000500000000000000" pitchFamily="2" charset="0"/>
                <a:ea typeface="DM Sans"/>
                <a:cs typeface="DM Sans"/>
                <a:sym typeface="DM Sans"/>
              </a:rPr>
              <a:t>lý</a:t>
            </a:r>
            <a:r>
              <a:rPr lang="en-US" sz="1700" b="0" i="1" u="none" strike="noStrike" cap="none" dirty="0">
                <a:solidFill>
                  <a:srgbClr val="334155"/>
                </a:solidFill>
                <a:latin typeface="Merriweather" panose="00000500000000000000" pitchFamily="2" charset="0"/>
                <a:ea typeface="DM Sans"/>
                <a:cs typeface="DM Sans"/>
                <a:sym typeface="DM Sans"/>
              </a:rPr>
              <a:t> </a:t>
            </a:r>
            <a:r>
              <a:rPr lang="en-US" sz="1700" b="0" i="1" u="none" strike="noStrike" cap="none" dirty="0" err="1">
                <a:solidFill>
                  <a:srgbClr val="334155"/>
                </a:solidFill>
                <a:latin typeface="Merriweather" panose="00000500000000000000" pitchFamily="2" charset="0"/>
                <a:ea typeface="DM Sans"/>
                <a:cs typeface="DM Sans"/>
                <a:sym typeface="DM Sans"/>
              </a:rPr>
              <a:t>không</a:t>
            </a:r>
            <a:r>
              <a:rPr lang="en-US" sz="1700" b="0" i="1" u="none" strike="noStrike" cap="none" dirty="0">
                <a:solidFill>
                  <a:srgbClr val="334155"/>
                </a:solidFill>
                <a:latin typeface="Merriweather" panose="00000500000000000000" pitchFamily="2" charset="0"/>
                <a:ea typeface="DM Sans"/>
                <a:cs typeface="DM Sans"/>
                <a:sym typeface="DM Sans"/>
              </a:rPr>
              <a:t> </a:t>
            </a:r>
            <a:r>
              <a:rPr lang="en-US" sz="1700" b="0" i="1" u="none" strike="noStrike" cap="none" dirty="0" err="1">
                <a:solidFill>
                  <a:srgbClr val="334155"/>
                </a:solidFill>
                <a:latin typeface="Merriweather" panose="00000500000000000000" pitchFamily="2" charset="0"/>
                <a:ea typeface="DM Sans"/>
                <a:cs typeface="DM Sans"/>
                <a:sym typeface="DM Sans"/>
              </a:rPr>
              <a:t>phải</a:t>
            </a:r>
            <a:r>
              <a:rPr lang="en-US" sz="1700" b="0" i="1" u="none" strike="noStrike" cap="none" dirty="0">
                <a:solidFill>
                  <a:srgbClr val="334155"/>
                </a:solidFill>
                <a:latin typeface="Merriweather" panose="00000500000000000000" pitchFamily="2" charset="0"/>
                <a:ea typeface="DM Sans"/>
                <a:cs typeface="DM Sans"/>
                <a:sym typeface="DM Sans"/>
              </a:rPr>
              <a:t> </a:t>
            </a:r>
            <a:r>
              <a:rPr lang="en-US" sz="1700" b="0" i="1" u="none" strike="noStrike" cap="none" dirty="0" err="1">
                <a:solidFill>
                  <a:srgbClr val="334155"/>
                </a:solidFill>
                <a:latin typeface="Merriweather" panose="00000500000000000000" pitchFamily="2" charset="0"/>
                <a:ea typeface="DM Sans"/>
                <a:cs typeface="DM Sans"/>
                <a:sym typeface="DM Sans"/>
              </a:rPr>
              <a:t>là</a:t>
            </a:r>
            <a:r>
              <a:rPr lang="en-US" sz="1700" b="0" i="1" u="none" strike="noStrike" cap="none" dirty="0">
                <a:solidFill>
                  <a:srgbClr val="334155"/>
                </a:solidFill>
                <a:latin typeface="Merriweather" panose="00000500000000000000" pitchFamily="2" charset="0"/>
                <a:ea typeface="DM Sans"/>
                <a:cs typeface="DM Sans"/>
                <a:sym typeface="DM Sans"/>
              </a:rPr>
              <a:t> </a:t>
            </a:r>
            <a:r>
              <a:rPr lang="en-US" sz="1700" b="0" i="1" u="none" strike="noStrike" cap="none" dirty="0" err="1">
                <a:solidFill>
                  <a:srgbClr val="334155"/>
                </a:solidFill>
                <a:latin typeface="Merriweather" panose="00000500000000000000" pitchFamily="2" charset="0"/>
                <a:ea typeface="DM Sans"/>
                <a:cs typeface="DM Sans"/>
                <a:sym typeface="DM Sans"/>
              </a:rPr>
              <a:t>vấn</a:t>
            </a:r>
            <a:r>
              <a:rPr lang="en-US" sz="1700" b="0" i="1" u="none" strike="noStrike" cap="none" dirty="0">
                <a:solidFill>
                  <a:srgbClr val="334155"/>
                </a:solidFill>
                <a:latin typeface="Merriweather" panose="00000500000000000000" pitchFamily="2" charset="0"/>
                <a:ea typeface="DM Sans"/>
                <a:cs typeface="DM Sans"/>
                <a:sym typeface="DM Sans"/>
              </a:rPr>
              <a:t> </a:t>
            </a:r>
            <a:r>
              <a:rPr lang="en-US" sz="1700" b="0" i="1" u="none" strike="noStrike" cap="none" dirty="0" err="1">
                <a:solidFill>
                  <a:srgbClr val="334155"/>
                </a:solidFill>
                <a:latin typeface="Merriweather" panose="00000500000000000000" pitchFamily="2" charset="0"/>
                <a:ea typeface="DM Sans"/>
                <a:cs typeface="DM Sans"/>
                <a:sym typeface="DM Sans"/>
              </a:rPr>
              <a:t>đề</a:t>
            </a:r>
            <a:r>
              <a:rPr lang="en-US" sz="1700" b="0" i="1" u="none" strike="noStrike" cap="none" dirty="0">
                <a:solidFill>
                  <a:srgbClr val="334155"/>
                </a:solidFill>
                <a:latin typeface="Merriweather" panose="00000500000000000000" pitchFamily="2" charset="0"/>
                <a:ea typeface="DM Sans"/>
                <a:cs typeface="DM Sans"/>
                <a:sym typeface="DM Sans"/>
              </a:rPr>
              <a:t> </a:t>
            </a:r>
            <a:r>
              <a:rPr lang="en-US" sz="1700" b="0" i="1" u="none" strike="noStrike" cap="none" dirty="0" err="1">
                <a:solidFill>
                  <a:srgbClr val="334155"/>
                </a:solidFill>
                <a:latin typeface="Merriweather" panose="00000500000000000000" pitchFamily="2" charset="0"/>
                <a:ea typeface="DM Sans"/>
                <a:cs typeface="DM Sans"/>
                <a:sym typeface="DM Sans"/>
              </a:rPr>
              <a:t>lý</a:t>
            </a:r>
            <a:r>
              <a:rPr lang="en-US" sz="1700" b="0" i="1" u="none" strike="noStrike" cap="none" dirty="0">
                <a:solidFill>
                  <a:srgbClr val="334155"/>
                </a:solidFill>
                <a:latin typeface="Merriweather" panose="00000500000000000000" pitchFamily="2" charset="0"/>
                <a:ea typeface="DM Sans"/>
                <a:cs typeface="DM Sans"/>
                <a:sym typeface="DM Sans"/>
              </a:rPr>
              <a:t> </a:t>
            </a:r>
            <a:r>
              <a:rPr lang="en-US" sz="1700" b="0" i="1" u="none" strike="noStrike" cap="none" dirty="0" err="1">
                <a:solidFill>
                  <a:srgbClr val="334155"/>
                </a:solidFill>
                <a:latin typeface="Merriweather" panose="00000500000000000000" pitchFamily="2" charset="0"/>
                <a:ea typeface="DM Sans"/>
                <a:cs typeface="DM Sans"/>
                <a:sym typeface="DM Sans"/>
              </a:rPr>
              <a:t>luận</a:t>
            </a:r>
            <a:r>
              <a:rPr lang="en-US" sz="1700" b="0" i="1" u="none" strike="noStrike" cap="none" dirty="0">
                <a:solidFill>
                  <a:srgbClr val="334155"/>
                </a:solidFill>
                <a:latin typeface="Merriweather" panose="00000500000000000000" pitchFamily="2" charset="0"/>
                <a:ea typeface="DM Sans"/>
                <a:cs typeface="DM Sans"/>
                <a:sym typeface="DM Sans"/>
              </a:rPr>
              <a:t> </a:t>
            </a:r>
            <a:r>
              <a:rPr lang="en-US" sz="1700" b="0" i="1" u="none" strike="noStrike" cap="none" dirty="0" err="1">
                <a:solidFill>
                  <a:srgbClr val="334155"/>
                </a:solidFill>
                <a:latin typeface="Merriweather" panose="00000500000000000000" pitchFamily="2" charset="0"/>
                <a:ea typeface="DM Sans"/>
                <a:cs typeface="DM Sans"/>
                <a:sym typeface="DM Sans"/>
              </a:rPr>
              <a:t>mà</a:t>
            </a:r>
            <a:r>
              <a:rPr lang="en-US" sz="1700" b="0" i="1" u="none" strike="noStrike" cap="none" dirty="0">
                <a:solidFill>
                  <a:srgbClr val="334155"/>
                </a:solidFill>
                <a:latin typeface="Merriweather" panose="00000500000000000000" pitchFamily="2" charset="0"/>
                <a:ea typeface="DM Sans"/>
                <a:cs typeface="DM Sans"/>
                <a:sym typeface="DM Sans"/>
              </a:rPr>
              <a:t> </a:t>
            </a:r>
            <a:r>
              <a:rPr lang="en-US" sz="1700" b="0" i="1" u="none" strike="noStrike" cap="none" dirty="0" err="1">
                <a:solidFill>
                  <a:srgbClr val="334155"/>
                </a:solidFill>
                <a:latin typeface="Merriweather" panose="00000500000000000000" pitchFamily="2" charset="0"/>
                <a:ea typeface="DM Sans"/>
                <a:cs typeface="DM Sans"/>
                <a:sym typeface="DM Sans"/>
              </a:rPr>
              <a:t>là</a:t>
            </a:r>
            <a:r>
              <a:rPr lang="en-US" sz="1700" b="0" i="1" u="none" strike="noStrike" cap="none" dirty="0">
                <a:solidFill>
                  <a:srgbClr val="334155"/>
                </a:solidFill>
                <a:latin typeface="Merriweather" panose="00000500000000000000" pitchFamily="2" charset="0"/>
                <a:ea typeface="DM Sans"/>
                <a:cs typeface="DM Sans"/>
                <a:sym typeface="DM Sans"/>
              </a:rPr>
              <a:t> </a:t>
            </a:r>
            <a:r>
              <a:rPr lang="en-US" sz="1700" b="0" i="1" u="none" strike="noStrike" cap="none" dirty="0" err="1">
                <a:solidFill>
                  <a:srgbClr val="334155"/>
                </a:solidFill>
                <a:latin typeface="Merriweather" panose="00000500000000000000" pitchFamily="2" charset="0"/>
                <a:ea typeface="DM Sans"/>
                <a:cs typeface="DM Sans"/>
                <a:sym typeface="DM Sans"/>
              </a:rPr>
              <a:t>thực</a:t>
            </a:r>
            <a:r>
              <a:rPr lang="en-US" sz="1700" b="0" i="1" u="none" strike="noStrike" cap="none" dirty="0">
                <a:solidFill>
                  <a:srgbClr val="334155"/>
                </a:solidFill>
                <a:latin typeface="Merriweather" panose="00000500000000000000" pitchFamily="2" charset="0"/>
                <a:ea typeface="DM Sans"/>
                <a:cs typeface="DM Sans"/>
                <a:sym typeface="DM Sans"/>
              </a:rPr>
              <a:t> </a:t>
            </a:r>
            <a:r>
              <a:rPr lang="en-US" sz="1700" b="0" i="1" u="none" strike="noStrike" cap="none" dirty="0" err="1">
                <a:solidFill>
                  <a:srgbClr val="334155"/>
                </a:solidFill>
                <a:latin typeface="Merriweather" panose="00000500000000000000" pitchFamily="2" charset="0"/>
                <a:ea typeface="DM Sans"/>
                <a:cs typeface="DM Sans"/>
                <a:sym typeface="DM Sans"/>
              </a:rPr>
              <a:t>tiễn</a:t>
            </a:r>
            <a:r>
              <a:rPr lang="en-US" sz="1700" b="0" i="1" u="none" strike="noStrike" cap="none" dirty="0">
                <a:solidFill>
                  <a:srgbClr val="334155"/>
                </a:solidFill>
                <a:latin typeface="Merriweather" panose="00000500000000000000" pitchFamily="2" charset="0"/>
                <a:ea typeface="DM Sans"/>
                <a:cs typeface="DM Sans"/>
                <a:sym typeface="DM Sans"/>
              </a:rPr>
              <a:t>."</a:t>
            </a:r>
            <a:r>
              <a:rPr lang="en-US" sz="1700" b="0" i="0" u="none" strike="noStrike" cap="none" dirty="0">
                <a:solidFill>
                  <a:srgbClr val="334155"/>
                </a:solidFill>
                <a:latin typeface="Merriweather" panose="00000500000000000000" pitchFamily="2" charset="0"/>
                <a:ea typeface="DM Sans"/>
                <a:cs typeface="DM Sans"/>
                <a:sym typeface="DM Sans"/>
              </a:rPr>
              <a:t> - </a:t>
            </a:r>
            <a:r>
              <a:rPr lang="en-US" sz="1700" b="0" i="0" u="none" strike="noStrike" cap="none" dirty="0" err="1">
                <a:solidFill>
                  <a:srgbClr val="334155"/>
                </a:solidFill>
                <a:latin typeface="Merriweather" panose="00000500000000000000" pitchFamily="2" charset="0"/>
                <a:ea typeface="DM Sans"/>
                <a:cs typeface="DM Sans"/>
                <a:sym typeface="DM Sans"/>
              </a:rPr>
              <a:t>C.Mác</a:t>
            </a:r>
            <a:endParaRPr sz="1600" dirty="0">
              <a:latin typeface="Merriweather" panose="00000500000000000000" pitchFamily="2" charset="0"/>
            </a:endParaRPr>
          </a:p>
        </p:txBody>
      </p:sp>
      <p:sp>
        <p:nvSpPr>
          <p:cNvPr id="6" name="Google Shape;186;p22">
            <a:extLst>
              <a:ext uri="{FF2B5EF4-FFF2-40B4-BE49-F238E27FC236}">
                <a16:creationId xmlns:a16="http://schemas.microsoft.com/office/drawing/2014/main" id="{3A8666E4-1C60-A2DB-F29B-F1E080264F41}"/>
              </a:ext>
            </a:extLst>
          </p:cNvPr>
          <p:cNvSpPr txBox="1"/>
          <p:nvPr/>
        </p:nvSpPr>
        <p:spPr>
          <a:xfrm>
            <a:off x="-28865462" y="3192131"/>
            <a:ext cx="4444800" cy="1578509"/>
          </a:xfrm>
          <a:prstGeom prst="rect">
            <a:avLst/>
          </a:prstGeom>
          <a:noFill/>
          <a:ln>
            <a:noFill/>
          </a:ln>
        </p:spPr>
        <p:txBody>
          <a:bodyPr spcFirstLastPara="1" wrap="square" lIns="0" tIns="0" rIns="0" bIns="0" anchor="t" anchorCtr="0">
            <a:spAutoFit/>
          </a:bodyPr>
          <a:lstStyle/>
          <a:p>
            <a:pPr marL="457200" marR="0" lvl="0" indent="-364319" algn="l" rtl="0">
              <a:lnSpc>
                <a:spcPct val="160000"/>
              </a:lnSpc>
              <a:spcBef>
                <a:spcPts val="0"/>
              </a:spcBef>
              <a:spcAft>
                <a:spcPts val="0"/>
              </a:spcAft>
              <a:buClr>
                <a:srgbClr val="334155"/>
              </a:buClr>
              <a:buSzPts val="2137"/>
              <a:buFont typeface="DM Sans"/>
              <a:buChar char="●"/>
            </a:pPr>
            <a:r>
              <a:rPr lang="en-US" sz="2137" b="0" i="0" u="none" strike="noStrike" cap="none" dirty="0" err="1">
                <a:solidFill>
                  <a:srgbClr val="334155"/>
                </a:solidFill>
                <a:latin typeface="Merriweather" panose="00000500000000000000" pitchFamily="2" charset="0"/>
                <a:ea typeface="DM Sans"/>
                <a:cs typeface="DM Sans"/>
                <a:sym typeface="DM Sans"/>
              </a:rPr>
              <a:t>Sản</a:t>
            </a:r>
            <a:r>
              <a:rPr lang="en-US" sz="2137" b="0" i="0" u="none" strike="noStrike" cap="none" dirty="0">
                <a:solidFill>
                  <a:srgbClr val="334155"/>
                </a:solidFill>
                <a:latin typeface="Merriweather" panose="00000500000000000000" pitchFamily="2" charset="0"/>
                <a:ea typeface="DM Sans"/>
                <a:cs typeface="DM Sans"/>
                <a:sym typeface="DM Sans"/>
              </a:rPr>
              <a:t> </a:t>
            </a:r>
            <a:r>
              <a:rPr lang="en-US" sz="2137" b="0" i="0" u="none" strike="noStrike" cap="none" dirty="0" err="1">
                <a:solidFill>
                  <a:srgbClr val="334155"/>
                </a:solidFill>
                <a:latin typeface="Merriweather" panose="00000500000000000000" pitchFamily="2" charset="0"/>
                <a:ea typeface="DM Sans"/>
                <a:cs typeface="DM Sans"/>
                <a:sym typeface="DM Sans"/>
              </a:rPr>
              <a:t>xuất</a:t>
            </a:r>
            <a:r>
              <a:rPr lang="en-US" sz="2137" b="0" i="0" u="none" strike="noStrike" cap="none" dirty="0">
                <a:solidFill>
                  <a:srgbClr val="334155"/>
                </a:solidFill>
                <a:latin typeface="Merriweather" panose="00000500000000000000" pitchFamily="2" charset="0"/>
                <a:ea typeface="DM Sans"/>
                <a:cs typeface="DM Sans"/>
                <a:sym typeface="DM Sans"/>
              </a:rPr>
              <a:t> </a:t>
            </a:r>
            <a:r>
              <a:rPr lang="en-US" sz="2137" b="0" i="0" u="none" strike="noStrike" cap="none" dirty="0" err="1">
                <a:solidFill>
                  <a:srgbClr val="334155"/>
                </a:solidFill>
                <a:latin typeface="Merriweather" panose="00000500000000000000" pitchFamily="2" charset="0"/>
                <a:ea typeface="DM Sans"/>
                <a:cs typeface="DM Sans"/>
                <a:sym typeface="DM Sans"/>
              </a:rPr>
              <a:t>vật</a:t>
            </a:r>
            <a:r>
              <a:rPr lang="en-US" sz="2137" b="0" i="0" u="none" strike="noStrike" cap="none" dirty="0">
                <a:solidFill>
                  <a:srgbClr val="334155"/>
                </a:solidFill>
                <a:latin typeface="Merriweather" panose="00000500000000000000" pitchFamily="2" charset="0"/>
                <a:ea typeface="DM Sans"/>
                <a:cs typeface="DM Sans"/>
                <a:sym typeface="DM Sans"/>
              </a:rPr>
              <a:t> </a:t>
            </a:r>
            <a:r>
              <a:rPr lang="en-US" sz="2137" b="0" i="0" u="none" strike="noStrike" cap="none" dirty="0" err="1">
                <a:solidFill>
                  <a:srgbClr val="334155"/>
                </a:solidFill>
                <a:latin typeface="Merriweather" panose="00000500000000000000" pitchFamily="2" charset="0"/>
                <a:ea typeface="DM Sans"/>
                <a:cs typeface="DM Sans"/>
                <a:sym typeface="DM Sans"/>
              </a:rPr>
              <a:t>chất</a:t>
            </a:r>
            <a:endParaRPr sz="2137" b="0" i="0" u="none" strike="noStrike" cap="none" dirty="0">
              <a:solidFill>
                <a:srgbClr val="334155"/>
              </a:solidFill>
              <a:latin typeface="Merriweather" panose="00000500000000000000" pitchFamily="2" charset="0"/>
              <a:ea typeface="DM Sans"/>
              <a:cs typeface="DM Sans"/>
              <a:sym typeface="DM Sans"/>
            </a:endParaRPr>
          </a:p>
          <a:p>
            <a:pPr marL="457200" lvl="0" indent="-364319" algn="l" rtl="0">
              <a:lnSpc>
                <a:spcPct val="160000"/>
              </a:lnSpc>
              <a:spcBef>
                <a:spcPts val="0"/>
              </a:spcBef>
              <a:spcAft>
                <a:spcPts val="0"/>
              </a:spcAft>
              <a:buClr>
                <a:srgbClr val="334155"/>
              </a:buClr>
              <a:buSzPts val="2137"/>
              <a:buFont typeface="DM Sans"/>
              <a:buChar char="●"/>
            </a:pPr>
            <a:r>
              <a:rPr lang="en-US" sz="2137" dirty="0" err="1">
                <a:solidFill>
                  <a:srgbClr val="334155"/>
                </a:solidFill>
                <a:latin typeface="Merriweather" panose="00000500000000000000" pitchFamily="2" charset="0"/>
                <a:ea typeface="DM Sans"/>
                <a:cs typeface="DM Sans"/>
                <a:sym typeface="DM Sans"/>
              </a:rPr>
              <a:t>Hoạt</a:t>
            </a:r>
            <a:r>
              <a:rPr lang="en-US" sz="2137" dirty="0">
                <a:solidFill>
                  <a:srgbClr val="334155"/>
                </a:solidFill>
                <a:latin typeface="Merriweather" panose="00000500000000000000" pitchFamily="2" charset="0"/>
                <a:ea typeface="DM Sans"/>
                <a:cs typeface="DM Sans"/>
                <a:sym typeface="DM Sans"/>
              </a:rPr>
              <a:t> </a:t>
            </a:r>
            <a:r>
              <a:rPr lang="en-US" sz="2137" dirty="0" err="1">
                <a:solidFill>
                  <a:srgbClr val="334155"/>
                </a:solidFill>
                <a:latin typeface="Merriweather" panose="00000500000000000000" pitchFamily="2" charset="0"/>
                <a:ea typeface="DM Sans"/>
                <a:cs typeface="DM Sans"/>
                <a:sym typeface="DM Sans"/>
              </a:rPr>
              <a:t>động</a:t>
            </a:r>
            <a:r>
              <a:rPr lang="en-US" sz="2137" dirty="0">
                <a:solidFill>
                  <a:srgbClr val="334155"/>
                </a:solidFill>
                <a:latin typeface="Merriweather" panose="00000500000000000000" pitchFamily="2" charset="0"/>
                <a:ea typeface="DM Sans"/>
                <a:cs typeface="DM Sans"/>
                <a:sym typeface="DM Sans"/>
              </a:rPr>
              <a:t> </a:t>
            </a:r>
            <a:r>
              <a:rPr lang="en-US" sz="2137" dirty="0" err="1">
                <a:solidFill>
                  <a:srgbClr val="334155"/>
                </a:solidFill>
                <a:latin typeface="Merriweather" panose="00000500000000000000" pitchFamily="2" charset="0"/>
                <a:ea typeface="DM Sans"/>
                <a:cs typeface="DM Sans"/>
                <a:sym typeface="DM Sans"/>
              </a:rPr>
              <a:t>chính</a:t>
            </a:r>
            <a:r>
              <a:rPr lang="en-US" sz="2137" dirty="0">
                <a:solidFill>
                  <a:srgbClr val="334155"/>
                </a:solidFill>
                <a:latin typeface="Merriweather" panose="00000500000000000000" pitchFamily="2" charset="0"/>
                <a:ea typeface="DM Sans"/>
                <a:cs typeface="DM Sans"/>
                <a:sym typeface="DM Sans"/>
              </a:rPr>
              <a:t> </a:t>
            </a:r>
            <a:r>
              <a:rPr lang="en-US" sz="2137" dirty="0" err="1">
                <a:solidFill>
                  <a:srgbClr val="334155"/>
                </a:solidFill>
                <a:latin typeface="Merriweather" panose="00000500000000000000" pitchFamily="2" charset="0"/>
                <a:ea typeface="DM Sans"/>
                <a:cs typeface="DM Sans"/>
                <a:sym typeface="DM Sans"/>
              </a:rPr>
              <a:t>trị</a:t>
            </a:r>
            <a:r>
              <a:rPr lang="en-US" sz="2137" dirty="0">
                <a:solidFill>
                  <a:srgbClr val="334155"/>
                </a:solidFill>
                <a:latin typeface="Merriweather" panose="00000500000000000000" pitchFamily="2" charset="0"/>
                <a:ea typeface="DM Sans"/>
                <a:cs typeface="DM Sans"/>
                <a:sym typeface="DM Sans"/>
              </a:rPr>
              <a:t> - </a:t>
            </a:r>
            <a:r>
              <a:rPr lang="en-US" sz="2137" dirty="0" err="1">
                <a:solidFill>
                  <a:srgbClr val="334155"/>
                </a:solidFill>
                <a:latin typeface="Merriweather" panose="00000500000000000000" pitchFamily="2" charset="0"/>
                <a:ea typeface="DM Sans"/>
                <a:cs typeface="DM Sans"/>
                <a:sym typeface="DM Sans"/>
              </a:rPr>
              <a:t>xã</a:t>
            </a:r>
            <a:r>
              <a:rPr lang="en-US" sz="2137" dirty="0">
                <a:solidFill>
                  <a:srgbClr val="334155"/>
                </a:solidFill>
                <a:latin typeface="Merriweather" panose="00000500000000000000" pitchFamily="2" charset="0"/>
                <a:ea typeface="DM Sans"/>
                <a:cs typeface="DM Sans"/>
                <a:sym typeface="DM Sans"/>
              </a:rPr>
              <a:t> </a:t>
            </a:r>
            <a:r>
              <a:rPr lang="en-US" sz="2137" dirty="0" err="1">
                <a:solidFill>
                  <a:srgbClr val="334155"/>
                </a:solidFill>
                <a:latin typeface="Merriweather" panose="00000500000000000000" pitchFamily="2" charset="0"/>
                <a:ea typeface="DM Sans"/>
                <a:cs typeface="DM Sans"/>
                <a:sym typeface="DM Sans"/>
              </a:rPr>
              <a:t>hội</a:t>
            </a:r>
            <a:endParaRPr sz="1768" dirty="0">
              <a:solidFill>
                <a:schemeClr val="dk1"/>
              </a:solidFill>
              <a:latin typeface="Merriweather" panose="00000500000000000000" pitchFamily="2" charset="0"/>
            </a:endParaRPr>
          </a:p>
          <a:p>
            <a:pPr marL="457200" lvl="0" indent="-364319" algn="l" rtl="0">
              <a:lnSpc>
                <a:spcPct val="160000"/>
              </a:lnSpc>
              <a:spcBef>
                <a:spcPts val="0"/>
              </a:spcBef>
              <a:spcAft>
                <a:spcPts val="0"/>
              </a:spcAft>
              <a:buClr>
                <a:srgbClr val="334155"/>
              </a:buClr>
              <a:buSzPts val="2137"/>
              <a:buFont typeface="DM Sans"/>
              <a:buChar char="●"/>
            </a:pPr>
            <a:r>
              <a:rPr lang="en-US" sz="2137" dirty="0" err="1">
                <a:solidFill>
                  <a:srgbClr val="334155"/>
                </a:solidFill>
                <a:latin typeface="Merriweather" panose="00000500000000000000" pitchFamily="2" charset="0"/>
                <a:ea typeface="DM Sans"/>
                <a:cs typeface="DM Sans"/>
                <a:sym typeface="DM Sans"/>
              </a:rPr>
              <a:t>Thực</a:t>
            </a:r>
            <a:r>
              <a:rPr lang="en-US" sz="2137" dirty="0">
                <a:solidFill>
                  <a:srgbClr val="334155"/>
                </a:solidFill>
                <a:latin typeface="Merriweather" panose="00000500000000000000" pitchFamily="2" charset="0"/>
                <a:ea typeface="DM Sans"/>
                <a:cs typeface="DM Sans"/>
                <a:sym typeface="DM Sans"/>
              </a:rPr>
              <a:t> </a:t>
            </a:r>
            <a:r>
              <a:rPr lang="en-US" sz="2137" dirty="0" err="1">
                <a:solidFill>
                  <a:srgbClr val="334155"/>
                </a:solidFill>
                <a:latin typeface="Merriweather" panose="00000500000000000000" pitchFamily="2" charset="0"/>
                <a:ea typeface="DM Sans"/>
                <a:cs typeface="DM Sans"/>
                <a:sym typeface="DM Sans"/>
              </a:rPr>
              <a:t>nghiệm</a:t>
            </a:r>
            <a:r>
              <a:rPr lang="en-US" sz="2137" dirty="0">
                <a:solidFill>
                  <a:srgbClr val="334155"/>
                </a:solidFill>
                <a:latin typeface="Merriweather" panose="00000500000000000000" pitchFamily="2" charset="0"/>
                <a:ea typeface="DM Sans"/>
                <a:cs typeface="DM Sans"/>
                <a:sym typeface="DM Sans"/>
              </a:rPr>
              <a:t> khoa </a:t>
            </a:r>
            <a:r>
              <a:rPr lang="en-US" sz="2137" dirty="0" err="1">
                <a:solidFill>
                  <a:srgbClr val="334155"/>
                </a:solidFill>
                <a:latin typeface="Merriweather" panose="00000500000000000000" pitchFamily="2" charset="0"/>
                <a:ea typeface="DM Sans"/>
                <a:cs typeface="DM Sans"/>
                <a:sym typeface="DM Sans"/>
              </a:rPr>
              <a:t>học</a:t>
            </a:r>
            <a:endParaRPr sz="2137" dirty="0">
              <a:solidFill>
                <a:srgbClr val="334155"/>
              </a:solidFill>
              <a:latin typeface="Merriweather" panose="00000500000000000000" pitchFamily="2" charset="0"/>
              <a:ea typeface="DM Sans"/>
              <a:cs typeface="DM Sans"/>
              <a:sym typeface="DM Sans"/>
            </a:endParaRPr>
          </a:p>
        </p:txBody>
      </p:sp>
      <p:sp>
        <p:nvSpPr>
          <p:cNvPr id="7" name="Google Shape;187;p22">
            <a:extLst>
              <a:ext uri="{FF2B5EF4-FFF2-40B4-BE49-F238E27FC236}">
                <a16:creationId xmlns:a16="http://schemas.microsoft.com/office/drawing/2014/main" id="{39BA145A-9EDB-31A5-F699-E348E0051DB9}"/>
              </a:ext>
            </a:extLst>
          </p:cNvPr>
          <p:cNvSpPr txBox="1"/>
          <p:nvPr/>
        </p:nvSpPr>
        <p:spPr>
          <a:xfrm>
            <a:off x="-27273187" y="2428875"/>
            <a:ext cx="4203000" cy="763256"/>
          </a:xfrm>
          <a:prstGeom prst="rect">
            <a:avLst/>
          </a:prstGeom>
          <a:noFill/>
          <a:ln>
            <a:noFill/>
          </a:ln>
        </p:spPr>
        <p:txBody>
          <a:bodyPr spcFirstLastPara="1" wrap="square" lIns="91425" tIns="91425" rIns="91425" bIns="91425" anchor="t" anchorCtr="0">
            <a:spAutoFit/>
          </a:bodyPr>
          <a:lstStyle/>
          <a:p>
            <a:pPr marL="457200" lvl="0" indent="-377825" algn="just" rtl="0">
              <a:lnSpc>
                <a:spcPct val="160000"/>
              </a:lnSpc>
              <a:spcBef>
                <a:spcPts val="0"/>
              </a:spcBef>
              <a:spcAft>
                <a:spcPts val="0"/>
              </a:spcAft>
              <a:buClr>
                <a:srgbClr val="334155"/>
              </a:buClr>
              <a:buSzPts val="2350"/>
              <a:buFont typeface="DM Sans"/>
              <a:buChar char="-"/>
            </a:pPr>
            <a:r>
              <a:rPr lang="en-US" sz="2350" b="1" dirty="0">
                <a:solidFill>
                  <a:srgbClr val="334155"/>
                </a:solidFill>
                <a:latin typeface="Merriweather" panose="00000500000000000000" pitchFamily="2" charset="0"/>
                <a:ea typeface="DM Sans"/>
                <a:cs typeface="DM Sans"/>
                <a:sym typeface="DM Sans"/>
              </a:rPr>
              <a:t>Ba </a:t>
            </a:r>
            <a:r>
              <a:rPr lang="en-US" sz="2350" b="1" dirty="0" err="1">
                <a:solidFill>
                  <a:srgbClr val="334155"/>
                </a:solidFill>
                <a:latin typeface="Merriweather" panose="00000500000000000000" pitchFamily="2" charset="0"/>
                <a:ea typeface="DM Sans"/>
                <a:cs typeface="DM Sans"/>
                <a:sym typeface="DM Sans"/>
              </a:rPr>
              <a:t>hình</a:t>
            </a:r>
            <a:r>
              <a:rPr lang="en-US" sz="2350" b="1" dirty="0">
                <a:solidFill>
                  <a:srgbClr val="334155"/>
                </a:solidFill>
                <a:latin typeface="Merriweather" panose="00000500000000000000" pitchFamily="2" charset="0"/>
                <a:ea typeface="DM Sans"/>
                <a:cs typeface="DM Sans"/>
                <a:sym typeface="DM Sans"/>
              </a:rPr>
              <a:t> </a:t>
            </a:r>
            <a:r>
              <a:rPr lang="en-US" sz="2350" b="1" dirty="0" err="1">
                <a:solidFill>
                  <a:srgbClr val="334155"/>
                </a:solidFill>
                <a:latin typeface="Merriweather" panose="00000500000000000000" pitchFamily="2" charset="0"/>
                <a:ea typeface="DM Sans"/>
                <a:cs typeface="DM Sans"/>
                <a:sym typeface="DM Sans"/>
              </a:rPr>
              <a:t>thức</a:t>
            </a:r>
            <a:r>
              <a:rPr lang="en-US" sz="2350" b="1" dirty="0">
                <a:solidFill>
                  <a:srgbClr val="334155"/>
                </a:solidFill>
                <a:latin typeface="Merriweather" panose="00000500000000000000" pitchFamily="2" charset="0"/>
                <a:ea typeface="DM Sans"/>
                <a:cs typeface="DM Sans"/>
                <a:sym typeface="DM Sans"/>
              </a:rPr>
              <a:t> </a:t>
            </a:r>
            <a:r>
              <a:rPr lang="en-US" sz="2350" b="1" dirty="0" err="1">
                <a:solidFill>
                  <a:srgbClr val="334155"/>
                </a:solidFill>
                <a:latin typeface="Merriweather" panose="00000500000000000000" pitchFamily="2" charset="0"/>
                <a:ea typeface="DM Sans"/>
                <a:cs typeface="DM Sans"/>
                <a:sym typeface="DM Sans"/>
              </a:rPr>
              <a:t>cơ</a:t>
            </a:r>
            <a:r>
              <a:rPr lang="en-US" sz="2350" b="1" dirty="0">
                <a:solidFill>
                  <a:srgbClr val="334155"/>
                </a:solidFill>
                <a:latin typeface="Merriweather" panose="00000500000000000000" pitchFamily="2" charset="0"/>
                <a:ea typeface="DM Sans"/>
                <a:cs typeface="DM Sans"/>
                <a:sym typeface="DM Sans"/>
              </a:rPr>
              <a:t> </a:t>
            </a:r>
            <a:r>
              <a:rPr lang="en-US" sz="2350" b="1" dirty="0" err="1">
                <a:solidFill>
                  <a:srgbClr val="334155"/>
                </a:solidFill>
                <a:latin typeface="Merriweather" panose="00000500000000000000" pitchFamily="2" charset="0"/>
                <a:ea typeface="DM Sans"/>
                <a:cs typeface="DM Sans"/>
                <a:sym typeface="DM Sans"/>
              </a:rPr>
              <a:t>bản</a:t>
            </a:r>
            <a:r>
              <a:rPr lang="en-US" sz="2350" b="1" dirty="0">
                <a:solidFill>
                  <a:srgbClr val="334155"/>
                </a:solidFill>
                <a:latin typeface="Merriweather" panose="00000500000000000000" pitchFamily="2" charset="0"/>
                <a:ea typeface="DM Sans"/>
                <a:cs typeface="DM Sans"/>
                <a:sym typeface="DM Sans"/>
              </a:rPr>
              <a:t>:</a:t>
            </a:r>
            <a:endParaRPr sz="2100" b="1" dirty="0">
              <a:solidFill>
                <a:schemeClr val="dk1"/>
              </a:solidFill>
              <a:latin typeface="Merriweather" panose="00000500000000000000" pitchFamily="2" charset="0"/>
            </a:endParaRPr>
          </a:p>
        </p:txBody>
      </p:sp>
      <p:grpSp>
        <p:nvGrpSpPr>
          <p:cNvPr id="8" name="Google Shape;208;p24">
            <a:extLst>
              <a:ext uri="{FF2B5EF4-FFF2-40B4-BE49-F238E27FC236}">
                <a16:creationId xmlns:a16="http://schemas.microsoft.com/office/drawing/2014/main" id="{B0BFFB9B-F4CC-80CC-7E80-11DD3598FA32}"/>
              </a:ext>
            </a:extLst>
          </p:cNvPr>
          <p:cNvGrpSpPr/>
          <p:nvPr/>
        </p:nvGrpSpPr>
        <p:grpSpPr>
          <a:xfrm>
            <a:off x="930537" y="12484042"/>
            <a:ext cx="3683106" cy="2115104"/>
            <a:chOff x="762000" y="3414712"/>
            <a:chExt cx="3302049" cy="1896274"/>
          </a:xfrm>
        </p:grpSpPr>
        <p:pic>
          <p:nvPicPr>
            <p:cNvPr id="9" name="Google Shape;209;p24" descr="image.png">
              <a:extLst>
                <a:ext uri="{FF2B5EF4-FFF2-40B4-BE49-F238E27FC236}">
                  <a16:creationId xmlns:a16="http://schemas.microsoft.com/office/drawing/2014/main" id="{D96BD968-C940-8F86-D925-42C6FF6C2A1C}"/>
                </a:ext>
              </a:extLst>
            </p:cNvPr>
            <p:cNvPicPr preferRelativeResize="0"/>
            <p:nvPr/>
          </p:nvPicPr>
          <p:blipFill rotWithShape="1">
            <a:blip r:embed="rId5">
              <a:alphaModFix/>
            </a:blip>
            <a:srcRect/>
            <a:stretch/>
          </p:blipFill>
          <p:spPr>
            <a:xfrm>
              <a:off x="762000" y="3414712"/>
              <a:ext cx="3302049" cy="1838325"/>
            </a:xfrm>
            <a:prstGeom prst="rect">
              <a:avLst/>
            </a:prstGeom>
            <a:noFill/>
            <a:ln>
              <a:noFill/>
            </a:ln>
          </p:spPr>
        </p:pic>
        <p:sp>
          <p:nvSpPr>
            <p:cNvPr id="10" name="Google Shape;210;p24">
              <a:extLst>
                <a:ext uri="{FF2B5EF4-FFF2-40B4-BE49-F238E27FC236}">
                  <a16:creationId xmlns:a16="http://schemas.microsoft.com/office/drawing/2014/main" id="{EBCF37EC-09EF-4425-C3A7-554B234F284C}"/>
                </a:ext>
              </a:extLst>
            </p:cNvPr>
            <p:cNvSpPr txBox="1"/>
            <p:nvPr/>
          </p:nvSpPr>
          <p:spPr>
            <a:xfrm>
              <a:off x="889475" y="3532435"/>
              <a:ext cx="3047100" cy="216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566" b="1" i="0" u="none" strike="noStrike" cap="none">
                  <a:solidFill>
                    <a:srgbClr val="003366"/>
                  </a:solidFill>
                  <a:latin typeface="Merriweather" panose="00000500000000000000" pitchFamily="2" charset="0"/>
                  <a:ea typeface="Merriweather"/>
                  <a:cs typeface="Merriweather"/>
                  <a:sym typeface="Merriweather"/>
                </a:rPr>
                <a:t>GĐ 1: Nhận thức Cảm tính</a:t>
              </a:r>
              <a:endParaRPr sz="1562">
                <a:latin typeface="Merriweather" panose="00000500000000000000" pitchFamily="2" charset="0"/>
              </a:endParaRPr>
            </a:p>
          </p:txBody>
        </p:sp>
        <p:sp>
          <p:nvSpPr>
            <p:cNvPr id="11" name="Google Shape;211;p24">
              <a:extLst>
                <a:ext uri="{FF2B5EF4-FFF2-40B4-BE49-F238E27FC236}">
                  <a16:creationId xmlns:a16="http://schemas.microsoft.com/office/drawing/2014/main" id="{F37AA4FD-8F33-6E4F-F133-C26F951970E2}"/>
                </a:ext>
              </a:extLst>
            </p:cNvPr>
            <p:cNvSpPr txBox="1"/>
            <p:nvPr/>
          </p:nvSpPr>
          <p:spPr>
            <a:xfrm>
              <a:off x="1103978" y="3833820"/>
              <a:ext cx="2618100" cy="1477166"/>
            </a:xfrm>
            <a:prstGeom prst="rect">
              <a:avLst/>
            </a:prstGeom>
            <a:noFill/>
            <a:ln>
              <a:noFill/>
            </a:ln>
          </p:spPr>
          <p:txBody>
            <a:bodyPr spcFirstLastPara="1" wrap="square" lIns="0" tIns="0" rIns="0" bIns="0" anchor="t" anchorCtr="0">
              <a:spAutoFit/>
            </a:bodyPr>
            <a:lstStyle/>
            <a:p>
              <a:pPr marL="0" marR="0" lvl="0" indent="0" algn="just" rtl="0">
                <a:lnSpc>
                  <a:spcPct val="160000"/>
                </a:lnSpc>
                <a:spcBef>
                  <a:spcPts val="0"/>
                </a:spcBef>
                <a:spcAft>
                  <a:spcPts val="0"/>
                </a:spcAft>
                <a:buNone/>
              </a:pPr>
              <a:r>
                <a:rPr lang="en-US" sz="1673" b="0" i="0" u="none" strike="noStrike" cap="none">
                  <a:solidFill>
                    <a:srgbClr val="334155"/>
                  </a:solidFill>
                  <a:latin typeface="Merriweather" panose="00000500000000000000" pitchFamily="2" charset="0"/>
                  <a:ea typeface="DM Sans"/>
                  <a:cs typeface="DM Sans"/>
                  <a:sym typeface="DM Sans"/>
                </a:rPr>
                <a:t>Tiếp nhận bề ngoài: Số đông tung hô, giao diện đẹp, lợi ích tức thì. Dễ sập bẫy "tâm lý bầy đàn".</a:t>
              </a:r>
              <a:endParaRPr sz="1562">
                <a:latin typeface="Merriweather" panose="00000500000000000000" pitchFamily="2" charset="0"/>
              </a:endParaRPr>
            </a:p>
          </p:txBody>
        </p:sp>
      </p:grpSp>
      <p:grpSp>
        <p:nvGrpSpPr>
          <p:cNvPr id="12" name="Google Shape;212;p24">
            <a:extLst>
              <a:ext uri="{FF2B5EF4-FFF2-40B4-BE49-F238E27FC236}">
                <a16:creationId xmlns:a16="http://schemas.microsoft.com/office/drawing/2014/main" id="{DC0B60CB-2CD9-F34C-0E31-AE6B27C4D571}"/>
              </a:ext>
            </a:extLst>
          </p:cNvPr>
          <p:cNvGrpSpPr/>
          <p:nvPr/>
        </p:nvGrpSpPr>
        <p:grpSpPr>
          <a:xfrm>
            <a:off x="4442711" y="8387788"/>
            <a:ext cx="4098173" cy="1908663"/>
            <a:chOff x="4497949" y="938212"/>
            <a:chExt cx="3302049" cy="1537880"/>
          </a:xfrm>
        </p:grpSpPr>
        <p:pic>
          <p:nvPicPr>
            <p:cNvPr id="13" name="Google Shape;213;p24" descr="image.png">
              <a:extLst>
                <a:ext uri="{FF2B5EF4-FFF2-40B4-BE49-F238E27FC236}">
                  <a16:creationId xmlns:a16="http://schemas.microsoft.com/office/drawing/2014/main" id="{9D2D3AA3-13F7-276A-7B46-C7EA07ADEDD9}"/>
                </a:ext>
              </a:extLst>
            </p:cNvPr>
            <p:cNvPicPr preferRelativeResize="0"/>
            <p:nvPr/>
          </p:nvPicPr>
          <p:blipFill rotWithShape="1">
            <a:blip r:embed="rId6">
              <a:alphaModFix/>
            </a:blip>
            <a:srcRect/>
            <a:stretch/>
          </p:blipFill>
          <p:spPr>
            <a:xfrm>
              <a:off x="4497949" y="938212"/>
              <a:ext cx="3302049" cy="1533525"/>
            </a:xfrm>
            <a:prstGeom prst="rect">
              <a:avLst/>
            </a:prstGeom>
            <a:noFill/>
            <a:ln>
              <a:noFill/>
            </a:ln>
          </p:spPr>
        </p:pic>
        <p:sp>
          <p:nvSpPr>
            <p:cNvPr id="14" name="Google Shape;214;p24">
              <a:extLst>
                <a:ext uri="{FF2B5EF4-FFF2-40B4-BE49-F238E27FC236}">
                  <a16:creationId xmlns:a16="http://schemas.microsoft.com/office/drawing/2014/main" id="{006550DC-9BEB-2DC0-E4D8-02E21EDB664E}"/>
                </a:ext>
              </a:extLst>
            </p:cNvPr>
            <p:cNvSpPr txBox="1"/>
            <p:nvPr/>
          </p:nvSpPr>
          <p:spPr>
            <a:xfrm>
              <a:off x="4572524" y="1034937"/>
              <a:ext cx="3047100" cy="216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742" b="1" i="0" u="none" strike="noStrike" cap="none">
                  <a:solidFill>
                    <a:srgbClr val="003366"/>
                  </a:solidFill>
                  <a:latin typeface="Merriweather" panose="00000500000000000000" pitchFamily="2" charset="0"/>
                  <a:ea typeface="Merriweather"/>
                  <a:cs typeface="Merriweather"/>
                  <a:sym typeface="Merriweather"/>
                </a:rPr>
                <a:t>GĐ 2: Nhận thức Lý tính</a:t>
              </a:r>
              <a:endParaRPr sz="1738">
                <a:latin typeface="Merriweather" panose="00000500000000000000" pitchFamily="2" charset="0"/>
              </a:endParaRPr>
            </a:p>
          </p:txBody>
        </p:sp>
        <p:sp>
          <p:nvSpPr>
            <p:cNvPr id="15" name="Google Shape;215;p24">
              <a:extLst>
                <a:ext uri="{FF2B5EF4-FFF2-40B4-BE49-F238E27FC236}">
                  <a16:creationId xmlns:a16="http://schemas.microsoft.com/office/drawing/2014/main" id="{64F305FD-42C4-10D4-58D3-9F655FDC091E}"/>
                </a:ext>
              </a:extLst>
            </p:cNvPr>
            <p:cNvSpPr txBox="1"/>
            <p:nvPr/>
          </p:nvSpPr>
          <p:spPr>
            <a:xfrm>
              <a:off x="4635675" y="1367900"/>
              <a:ext cx="2920800" cy="1108192"/>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862" b="0" i="0" u="none" strike="noStrike" cap="none" dirty="0" err="1">
                  <a:solidFill>
                    <a:srgbClr val="334155"/>
                  </a:solidFill>
                  <a:latin typeface="Merriweather" panose="00000500000000000000" pitchFamily="2" charset="0"/>
                  <a:ea typeface="DM Sans"/>
                  <a:cs typeface="DM Sans"/>
                  <a:sym typeface="DM Sans"/>
                </a:rPr>
                <a:t>Tư</a:t>
              </a:r>
              <a:r>
                <a:rPr lang="en-US" sz="1862" b="0" i="0" u="none" strike="noStrike" cap="none" dirty="0">
                  <a:solidFill>
                    <a:srgbClr val="334155"/>
                  </a:solidFill>
                  <a:latin typeface="Merriweather" panose="00000500000000000000" pitchFamily="2" charset="0"/>
                  <a:ea typeface="DM Sans"/>
                  <a:cs typeface="DM Sans"/>
                  <a:sym typeface="DM Sans"/>
                </a:rPr>
                <a:t> </a:t>
              </a:r>
              <a:r>
                <a:rPr lang="en-US" sz="1862" b="0" i="0" u="none" strike="noStrike" cap="none" dirty="0" err="1">
                  <a:solidFill>
                    <a:srgbClr val="334155"/>
                  </a:solidFill>
                  <a:latin typeface="Merriweather" panose="00000500000000000000" pitchFamily="2" charset="0"/>
                  <a:ea typeface="DM Sans"/>
                  <a:cs typeface="DM Sans"/>
                  <a:sym typeface="DM Sans"/>
                </a:rPr>
                <a:t>duy</a:t>
              </a:r>
              <a:r>
                <a:rPr lang="en-US" sz="1862" b="0" i="0" u="none" strike="noStrike" cap="none" dirty="0">
                  <a:solidFill>
                    <a:srgbClr val="334155"/>
                  </a:solidFill>
                  <a:latin typeface="Merriweather" panose="00000500000000000000" pitchFamily="2" charset="0"/>
                  <a:ea typeface="DM Sans"/>
                  <a:cs typeface="DM Sans"/>
                  <a:sym typeface="DM Sans"/>
                </a:rPr>
                <a:t> </a:t>
              </a:r>
              <a:r>
                <a:rPr lang="en-US" sz="1862" b="0" i="0" u="none" strike="noStrike" cap="none" dirty="0" err="1">
                  <a:solidFill>
                    <a:srgbClr val="334155"/>
                  </a:solidFill>
                  <a:latin typeface="Merriweather" panose="00000500000000000000" pitchFamily="2" charset="0"/>
                  <a:ea typeface="DM Sans"/>
                  <a:cs typeface="DM Sans"/>
                  <a:sym typeface="DM Sans"/>
                </a:rPr>
                <a:t>phản</a:t>
              </a:r>
              <a:r>
                <a:rPr lang="en-US" sz="1862" dirty="0">
                  <a:solidFill>
                    <a:srgbClr val="334155"/>
                  </a:solidFill>
                  <a:latin typeface="Merriweather" panose="00000500000000000000" pitchFamily="2" charset="0"/>
                  <a:ea typeface="DM Sans"/>
                  <a:cs typeface="DM Sans"/>
                  <a:sym typeface="DM Sans"/>
                </a:rPr>
                <a:t> </a:t>
              </a:r>
              <a:r>
                <a:rPr lang="en-US" sz="1862" b="0" i="0" u="none" strike="noStrike" cap="none" dirty="0" err="1">
                  <a:solidFill>
                    <a:srgbClr val="334155"/>
                  </a:solidFill>
                  <a:latin typeface="Merriweather" panose="00000500000000000000" pitchFamily="2" charset="0"/>
                  <a:ea typeface="DM Sans"/>
                  <a:cs typeface="DM Sans"/>
                  <a:sym typeface="DM Sans"/>
                </a:rPr>
                <a:t>biện</a:t>
              </a:r>
              <a:r>
                <a:rPr lang="en-US" sz="1862" b="0" i="0" u="none" strike="noStrike" cap="none" dirty="0">
                  <a:solidFill>
                    <a:srgbClr val="334155"/>
                  </a:solidFill>
                  <a:latin typeface="Merriweather" panose="00000500000000000000" pitchFamily="2" charset="0"/>
                  <a:ea typeface="DM Sans"/>
                  <a:cs typeface="DM Sans"/>
                  <a:sym typeface="DM Sans"/>
                </a:rPr>
                <a:t>: </a:t>
              </a:r>
              <a:r>
                <a:rPr lang="en-US" sz="1862" b="0" i="0" u="none" strike="noStrike" cap="none" dirty="0" err="1">
                  <a:solidFill>
                    <a:srgbClr val="334155"/>
                  </a:solidFill>
                  <a:latin typeface="Merriweather" panose="00000500000000000000" pitchFamily="2" charset="0"/>
                  <a:ea typeface="DM Sans"/>
                  <a:cs typeface="DM Sans"/>
                  <a:sym typeface="DM Sans"/>
                </a:rPr>
                <a:t>Đối</a:t>
              </a:r>
              <a:r>
                <a:rPr lang="en-US" sz="1862" b="0" i="0" u="none" strike="noStrike" cap="none" dirty="0">
                  <a:solidFill>
                    <a:srgbClr val="334155"/>
                  </a:solidFill>
                  <a:latin typeface="Merriweather" panose="00000500000000000000" pitchFamily="2" charset="0"/>
                  <a:ea typeface="DM Sans"/>
                  <a:cs typeface="DM Sans"/>
                  <a:sym typeface="DM Sans"/>
                </a:rPr>
                <a:t> </a:t>
              </a:r>
              <a:r>
                <a:rPr lang="en-US" sz="1862" b="0" i="0" u="none" strike="noStrike" cap="none" dirty="0" err="1">
                  <a:solidFill>
                    <a:srgbClr val="334155"/>
                  </a:solidFill>
                  <a:latin typeface="Merriweather" panose="00000500000000000000" pitchFamily="2" charset="0"/>
                  <a:ea typeface="DM Sans"/>
                  <a:cs typeface="DM Sans"/>
                  <a:sym typeface="DM Sans"/>
                </a:rPr>
                <a:t>chiếu</a:t>
              </a:r>
              <a:r>
                <a:rPr lang="en-US" sz="1862" b="0" i="0" u="none" strike="noStrike" cap="none" dirty="0">
                  <a:solidFill>
                    <a:srgbClr val="334155"/>
                  </a:solidFill>
                  <a:latin typeface="Merriweather" panose="00000500000000000000" pitchFamily="2" charset="0"/>
                  <a:ea typeface="DM Sans"/>
                  <a:cs typeface="DM Sans"/>
                  <a:sym typeface="DM Sans"/>
                </a:rPr>
                <a:t> </a:t>
              </a:r>
              <a:r>
                <a:rPr lang="en-US" sz="1862" b="0" i="0" u="none" strike="noStrike" cap="none" dirty="0" err="1">
                  <a:solidFill>
                    <a:srgbClr val="334155"/>
                  </a:solidFill>
                  <a:latin typeface="Merriweather" panose="00000500000000000000" pitchFamily="2" charset="0"/>
                  <a:ea typeface="DM Sans"/>
                  <a:cs typeface="DM Sans"/>
                  <a:sym typeface="DM Sans"/>
                </a:rPr>
                <a:t>nguồn</a:t>
              </a:r>
              <a:r>
                <a:rPr lang="en-US" sz="1862" b="0" i="0" u="none" strike="noStrike" cap="none" dirty="0">
                  <a:solidFill>
                    <a:srgbClr val="334155"/>
                  </a:solidFill>
                  <a:latin typeface="Merriweather" panose="00000500000000000000" pitchFamily="2" charset="0"/>
                  <a:ea typeface="DM Sans"/>
                  <a:cs typeface="DM Sans"/>
                  <a:sym typeface="DM Sans"/>
                </a:rPr>
                <a:t> </a:t>
              </a:r>
              <a:r>
                <a:rPr lang="en-US" sz="1862" b="0" i="0" u="none" strike="noStrike" cap="none" dirty="0" err="1">
                  <a:solidFill>
                    <a:srgbClr val="334155"/>
                  </a:solidFill>
                  <a:latin typeface="Merriweather" panose="00000500000000000000" pitchFamily="2" charset="0"/>
                  <a:ea typeface="DM Sans"/>
                  <a:cs typeface="DM Sans"/>
                  <a:sym typeface="DM Sans"/>
                </a:rPr>
                <a:t>uy</a:t>
              </a:r>
              <a:r>
                <a:rPr lang="en-US" sz="1862" b="0" i="0" u="none" strike="noStrike" cap="none" dirty="0">
                  <a:solidFill>
                    <a:srgbClr val="334155"/>
                  </a:solidFill>
                  <a:latin typeface="Merriweather" panose="00000500000000000000" pitchFamily="2" charset="0"/>
                  <a:ea typeface="DM Sans"/>
                  <a:cs typeface="DM Sans"/>
                  <a:sym typeface="DM Sans"/>
                </a:rPr>
                <a:t> </a:t>
              </a:r>
              <a:r>
                <a:rPr lang="en-US" sz="1862" b="0" i="0" u="none" strike="noStrike" cap="none" dirty="0" err="1">
                  <a:solidFill>
                    <a:srgbClr val="334155"/>
                  </a:solidFill>
                  <a:latin typeface="Merriweather" panose="00000500000000000000" pitchFamily="2" charset="0"/>
                  <a:ea typeface="DM Sans"/>
                  <a:cs typeface="DM Sans"/>
                  <a:sym typeface="DM Sans"/>
                </a:rPr>
                <a:t>tín</a:t>
              </a:r>
              <a:r>
                <a:rPr lang="en-US" sz="1862" b="0" i="0" u="none" strike="noStrike" cap="none" dirty="0">
                  <a:solidFill>
                    <a:srgbClr val="334155"/>
                  </a:solidFill>
                  <a:latin typeface="Merriweather" panose="00000500000000000000" pitchFamily="2" charset="0"/>
                  <a:ea typeface="DM Sans"/>
                  <a:cs typeface="DM Sans"/>
                  <a:sym typeface="DM Sans"/>
                </a:rPr>
                <a:t>, </a:t>
              </a:r>
              <a:r>
                <a:rPr lang="en-US" sz="1862" b="0" i="0" u="none" strike="noStrike" cap="none" dirty="0" err="1">
                  <a:solidFill>
                    <a:srgbClr val="334155"/>
                  </a:solidFill>
                  <a:latin typeface="Merriweather" panose="00000500000000000000" pitchFamily="2" charset="0"/>
                  <a:ea typeface="DM Sans"/>
                  <a:cs typeface="DM Sans"/>
                  <a:sym typeface="DM Sans"/>
                </a:rPr>
                <a:t>phân</a:t>
              </a:r>
              <a:r>
                <a:rPr lang="en-US" sz="1862" b="0" i="0" u="none" strike="noStrike" cap="none" dirty="0">
                  <a:solidFill>
                    <a:srgbClr val="334155"/>
                  </a:solidFill>
                  <a:latin typeface="Merriweather" panose="00000500000000000000" pitchFamily="2" charset="0"/>
                  <a:ea typeface="DM Sans"/>
                  <a:cs typeface="DM Sans"/>
                  <a:sym typeface="DM Sans"/>
                </a:rPr>
                <a:t> </a:t>
              </a:r>
              <a:r>
                <a:rPr lang="en-US" sz="1862" b="0" i="0" u="none" strike="noStrike" cap="none" dirty="0" err="1">
                  <a:solidFill>
                    <a:srgbClr val="334155"/>
                  </a:solidFill>
                  <a:latin typeface="Merriweather" panose="00000500000000000000" pitchFamily="2" charset="0"/>
                  <a:ea typeface="DM Sans"/>
                  <a:cs typeface="DM Sans"/>
                  <a:sym typeface="DM Sans"/>
                </a:rPr>
                <a:t>tích</a:t>
              </a:r>
              <a:r>
                <a:rPr lang="en-US" sz="1862" b="0" i="0" u="none" strike="noStrike" cap="none" dirty="0">
                  <a:solidFill>
                    <a:srgbClr val="334155"/>
                  </a:solidFill>
                  <a:latin typeface="Merriweather" panose="00000500000000000000" pitchFamily="2" charset="0"/>
                  <a:ea typeface="DM Sans"/>
                  <a:cs typeface="DM Sans"/>
                  <a:sym typeface="DM Sans"/>
                </a:rPr>
                <a:t> </a:t>
              </a:r>
              <a:r>
                <a:rPr lang="en-US" sz="1862" b="0" i="0" u="none" strike="noStrike" cap="none" dirty="0" err="1">
                  <a:solidFill>
                    <a:srgbClr val="334155"/>
                  </a:solidFill>
                  <a:latin typeface="Merriweather" panose="00000500000000000000" pitchFamily="2" charset="0"/>
                  <a:ea typeface="DM Sans"/>
                  <a:cs typeface="DM Sans"/>
                  <a:sym typeface="DM Sans"/>
                </a:rPr>
                <a:t>bản</a:t>
              </a:r>
              <a:r>
                <a:rPr lang="en-US" sz="1862" b="0" i="0" u="none" strike="noStrike" cap="none" dirty="0">
                  <a:solidFill>
                    <a:srgbClr val="334155"/>
                  </a:solidFill>
                  <a:latin typeface="Merriweather" panose="00000500000000000000" pitchFamily="2" charset="0"/>
                  <a:ea typeface="DM Sans"/>
                  <a:cs typeface="DM Sans"/>
                  <a:sym typeface="DM Sans"/>
                </a:rPr>
                <a:t> </a:t>
              </a:r>
              <a:r>
                <a:rPr lang="en-US" sz="1862" b="0" i="0" u="none" strike="noStrike" cap="none" dirty="0" err="1">
                  <a:solidFill>
                    <a:srgbClr val="334155"/>
                  </a:solidFill>
                  <a:latin typeface="Merriweather" panose="00000500000000000000" pitchFamily="2" charset="0"/>
                  <a:ea typeface="DM Sans"/>
                  <a:cs typeface="DM Sans"/>
                  <a:sym typeface="DM Sans"/>
                </a:rPr>
                <a:t>chất</a:t>
              </a:r>
              <a:r>
                <a:rPr lang="en-US" sz="1862" b="0" i="0" u="none" strike="noStrike" cap="none" dirty="0">
                  <a:solidFill>
                    <a:srgbClr val="334155"/>
                  </a:solidFill>
                  <a:latin typeface="Merriweather" panose="00000500000000000000" pitchFamily="2" charset="0"/>
                  <a:ea typeface="DM Sans"/>
                  <a:cs typeface="DM Sans"/>
                  <a:sym typeface="DM Sans"/>
                </a:rPr>
                <a:t>. </a:t>
              </a:r>
              <a:r>
                <a:rPr lang="en-US" sz="1862" b="0" i="0" u="none" strike="noStrike" cap="none" dirty="0" err="1">
                  <a:solidFill>
                    <a:srgbClr val="334155"/>
                  </a:solidFill>
                  <a:latin typeface="Merriweather" panose="00000500000000000000" pitchFamily="2" charset="0"/>
                  <a:ea typeface="DM Sans"/>
                  <a:cs typeface="DM Sans"/>
                  <a:sym typeface="DM Sans"/>
                </a:rPr>
                <a:t>Gạt</a:t>
              </a:r>
              <a:r>
                <a:rPr lang="en-US" sz="1862" b="0" i="0" u="none" strike="noStrike" cap="none" dirty="0">
                  <a:solidFill>
                    <a:srgbClr val="334155"/>
                  </a:solidFill>
                  <a:latin typeface="Merriweather" panose="00000500000000000000" pitchFamily="2" charset="0"/>
                  <a:ea typeface="DM Sans"/>
                  <a:cs typeface="DM Sans"/>
                  <a:sym typeface="DM Sans"/>
                </a:rPr>
                <a:t> </a:t>
              </a:r>
              <a:r>
                <a:rPr lang="en-US" sz="1862" b="0" i="0" u="none" strike="noStrike" cap="none" dirty="0" err="1">
                  <a:solidFill>
                    <a:srgbClr val="334155"/>
                  </a:solidFill>
                  <a:latin typeface="Merriweather" panose="00000500000000000000" pitchFamily="2" charset="0"/>
                  <a:ea typeface="DM Sans"/>
                  <a:cs typeface="DM Sans"/>
                  <a:sym typeface="DM Sans"/>
                </a:rPr>
                <a:t>bỏ</a:t>
              </a:r>
              <a:r>
                <a:rPr lang="en-US" sz="1862" b="0" i="0" u="none" strike="noStrike" cap="none" dirty="0">
                  <a:solidFill>
                    <a:srgbClr val="334155"/>
                  </a:solidFill>
                  <a:latin typeface="Merriweather" panose="00000500000000000000" pitchFamily="2" charset="0"/>
                  <a:ea typeface="DM Sans"/>
                  <a:cs typeface="DM Sans"/>
                  <a:sym typeface="DM Sans"/>
                </a:rPr>
                <a:t> </a:t>
              </a:r>
              <a:r>
                <a:rPr lang="en-US" sz="1862" b="0" i="0" u="none" strike="noStrike" cap="none" dirty="0" err="1">
                  <a:solidFill>
                    <a:srgbClr val="334155"/>
                  </a:solidFill>
                  <a:latin typeface="Merriweather" panose="00000500000000000000" pitchFamily="2" charset="0"/>
                  <a:ea typeface="DM Sans"/>
                  <a:cs typeface="DM Sans"/>
                  <a:sym typeface="DM Sans"/>
                </a:rPr>
                <a:t>hiện</a:t>
              </a:r>
              <a:r>
                <a:rPr lang="en-US" sz="1862" b="0" i="0" u="none" strike="noStrike" cap="none" dirty="0">
                  <a:solidFill>
                    <a:srgbClr val="334155"/>
                  </a:solidFill>
                  <a:latin typeface="Merriweather" panose="00000500000000000000" pitchFamily="2" charset="0"/>
                  <a:ea typeface="DM Sans"/>
                  <a:cs typeface="DM Sans"/>
                  <a:sym typeface="DM Sans"/>
                </a:rPr>
                <a:t> </a:t>
              </a:r>
              <a:r>
                <a:rPr lang="en-US" sz="1862" b="0" i="0" u="none" strike="noStrike" cap="none" dirty="0" err="1">
                  <a:solidFill>
                    <a:srgbClr val="334155"/>
                  </a:solidFill>
                  <a:latin typeface="Merriweather" panose="00000500000000000000" pitchFamily="2" charset="0"/>
                  <a:ea typeface="DM Sans"/>
                  <a:cs typeface="DM Sans"/>
                  <a:sym typeface="DM Sans"/>
                </a:rPr>
                <a:t>tượng</a:t>
              </a:r>
              <a:r>
                <a:rPr lang="en-US" sz="1862" b="0" i="0" u="none" strike="noStrike" cap="none" dirty="0">
                  <a:solidFill>
                    <a:srgbClr val="334155"/>
                  </a:solidFill>
                  <a:latin typeface="Merriweather" panose="00000500000000000000" pitchFamily="2" charset="0"/>
                  <a:ea typeface="DM Sans"/>
                  <a:cs typeface="DM Sans"/>
                  <a:sym typeface="DM Sans"/>
                </a:rPr>
                <a:t> </a:t>
              </a:r>
              <a:r>
                <a:rPr lang="en-US" sz="1862" b="0" i="0" u="none" strike="noStrike" cap="none" dirty="0" err="1">
                  <a:solidFill>
                    <a:srgbClr val="334155"/>
                  </a:solidFill>
                  <a:latin typeface="Merriweather" panose="00000500000000000000" pitchFamily="2" charset="0"/>
                  <a:ea typeface="DM Sans"/>
                  <a:cs typeface="DM Sans"/>
                  <a:sym typeface="DM Sans"/>
                </a:rPr>
                <a:t>giả</a:t>
              </a:r>
              <a:r>
                <a:rPr lang="en-US" sz="1862" b="0" i="0" u="none" strike="noStrike" cap="none" dirty="0">
                  <a:solidFill>
                    <a:srgbClr val="334155"/>
                  </a:solidFill>
                  <a:latin typeface="Merriweather" panose="00000500000000000000" pitchFamily="2" charset="0"/>
                  <a:ea typeface="DM Sans"/>
                  <a:cs typeface="DM Sans"/>
                  <a:sym typeface="DM Sans"/>
                </a:rPr>
                <a:t> </a:t>
              </a:r>
              <a:r>
                <a:rPr lang="en-US" sz="1862" b="0" i="0" u="none" strike="noStrike" cap="none" dirty="0" err="1">
                  <a:solidFill>
                    <a:srgbClr val="334155"/>
                  </a:solidFill>
                  <a:latin typeface="Merriweather" panose="00000500000000000000" pitchFamily="2" charset="0"/>
                  <a:ea typeface="DM Sans"/>
                  <a:cs typeface="DM Sans"/>
                  <a:sym typeface="DM Sans"/>
                </a:rPr>
                <a:t>tạo</a:t>
              </a:r>
              <a:r>
                <a:rPr lang="en-US" sz="1862" b="0" i="0" u="none" strike="noStrike" cap="none" dirty="0">
                  <a:solidFill>
                    <a:srgbClr val="334155"/>
                  </a:solidFill>
                  <a:latin typeface="Merriweather" panose="00000500000000000000" pitchFamily="2" charset="0"/>
                  <a:ea typeface="DM Sans"/>
                  <a:cs typeface="DM Sans"/>
                  <a:sym typeface="DM Sans"/>
                </a:rPr>
                <a:t>.</a:t>
              </a:r>
              <a:endParaRPr sz="1738" dirty="0">
                <a:latin typeface="Merriweather" panose="00000500000000000000" pitchFamily="2" charset="0"/>
              </a:endParaRPr>
            </a:p>
          </p:txBody>
        </p:sp>
      </p:grpSp>
      <p:grpSp>
        <p:nvGrpSpPr>
          <p:cNvPr id="16" name="Google Shape;216;p24">
            <a:extLst>
              <a:ext uri="{FF2B5EF4-FFF2-40B4-BE49-F238E27FC236}">
                <a16:creationId xmlns:a16="http://schemas.microsoft.com/office/drawing/2014/main" id="{6576C9A4-5734-A21A-E040-900E458CC6D3}"/>
              </a:ext>
            </a:extLst>
          </p:cNvPr>
          <p:cNvGrpSpPr/>
          <p:nvPr/>
        </p:nvGrpSpPr>
        <p:grpSpPr>
          <a:xfrm>
            <a:off x="8114726" y="16287017"/>
            <a:ext cx="4226623" cy="2427478"/>
            <a:chOff x="8128099" y="3414712"/>
            <a:chExt cx="3302049" cy="1896467"/>
          </a:xfrm>
        </p:grpSpPr>
        <p:pic>
          <p:nvPicPr>
            <p:cNvPr id="17" name="Google Shape;217;p24" descr="image.png">
              <a:extLst>
                <a:ext uri="{FF2B5EF4-FFF2-40B4-BE49-F238E27FC236}">
                  <a16:creationId xmlns:a16="http://schemas.microsoft.com/office/drawing/2014/main" id="{B3748D9B-16E0-497B-319D-7609B0609371}"/>
                </a:ext>
              </a:extLst>
            </p:cNvPr>
            <p:cNvPicPr preferRelativeResize="0"/>
            <p:nvPr/>
          </p:nvPicPr>
          <p:blipFill rotWithShape="1">
            <a:blip r:embed="rId7">
              <a:alphaModFix/>
            </a:blip>
            <a:srcRect/>
            <a:stretch/>
          </p:blipFill>
          <p:spPr>
            <a:xfrm>
              <a:off x="8128099" y="3414712"/>
              <a:ext cx="3302049" cy="1533525"/>
            </a:xfrm>
            <a:prstGeom prst="rect">
              <a:avLst/>
            </a:prstGeom>
            <a:noFill/>
            <a:ln>
              <a:noFill/>
            </a:ln>
          </p:spPr>
        </p:pic>
        <p:sp>
          <p:nvSpPr>
            <p:cNvPr id="18" name="Google Shape;218;p24">
              <a:extLst>
                <a:ext uri="{FF2B5EF4-FFF2-40B4-BE49-F238E27FC236}">
                  <a16:creationId xmlns:a16="http://schemas.microsoft.com/office/drawing/2014/main" id="{4DC10B3F-9CF7-A97B-DAAE-06B338B7133C}"/>
                </a:ext>
              </a:extLst>
            </p:cNvPr>
            <p:cNvSpPr txBox="1"/>
            <p:nvPr/>
          </p:nvSpPr>
          <p:spPr>
            <a:xfrm>
              <a:off x="8255524" y="3545887"/>
              <a:ext cx="3047100" cy="216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797" b="1" i="0" u="none" strike="noStrike" cap="none" dirty="0" err="1">
                  <a:solidFill>
                    <a:srgbClr val="003366"/>
                  </a:solidFill>
                  <a:latin typeface="Merriweather" panose="00000500000000000000" pitchFamily="2" charset="0"/>
                  <a:ea typeface="Merriweather"/>
                  <a:cs typeface="Merriweather"/>
                  <a:sym typeface="Merriweather"/>
                </a:rPr>
                <a:t>GĐ</a:t>
              </a:r>
              <a:r>
                <a:rPr lang="en-US" sz="1797" b="1" i="0" u="none" strike="noStrike" cap="none" dirty="0">
                  <a:solidFill>
                    <a:srgbClr val="003366"/>
                  </a:solidFill>
                  <a:latin typeface="Merriweather" panose="00000500000000000000" pitchFamily="2" charset="0"/>
                  <a:ea typeface="Merriweather"/>
                  <a:cs typeface="Merriweather"/>
                  <a:sym typeface="Merriweather"/>
                </a:rPr>
                <a:t> 3: </a:t>
              </a:r>
              <a:r>
                <a:rPr lang="en-US" sz="1797" b="1" i="0" u="none" strike="noStrike" cap="none" dirty="0" err="1">
                  <a:solidFill>
                    <a:srgbClr val="003366"/>
                  </a:solidFill>
                  <a:latin typeface="Merriweather" panose="00000500000000000000" pitchFamily="2" charset="0"/>
                  <a:ea typeface="Merriweather"/>
                  <a:cs typeface="Merriweather"/>
                  <a:sym typeface="Merriweather"/>
                </a:rPr>
                <a:t>Thực</a:t>
              </a:r>
              <a:r>
                <a:rPr lang="en-US" sz="1797" b="1" i="0" u="none" strike="noStrike" cap="none" dirty="0">
                  <a:solidFill>
                    <a:srgbClr val="003366"/>
                  </a:solidFill>
                  <a:latin typeface="Merriweather" panose="00000500000000000000" pitchFamily="2" charset="0"/>
                  <a:ea typeface="Merriweather"/>
                  <a:cs typeface="Merriweather"/>
                  <a:sym typeface="Merriweather"/>
                </a:rPr>
                <a:t> </a:t>
              </a:r>
              <a:r>
                <a:rPr lang="en-US" sz="1797" b="1" i="0" u="none" strike="noStrike" cap="none" dirty="0" err="1">
                  <a:solidFill>
                    <a:srgbClr val="003366"/>
                  </a:solidFill>
                  <a:latin typeface="Merriweather" panose="00000500000000000000" pitchFamily="2" charset="0"/>
                  <a:ea typeface="Merriweather"/>
                  <a:cs typeface="Merriweather"/>
                  <a:sym typeface="Merriweather"/>
                </a:rPr>
                <a:t>tiễn</a:t>
              </a:r>
              <a:r>
                <a:rPr lang="en-US" sz="1797" b="1" i="0" u="none" strike="noStrike" cap="none" dirty="0">
                  <a:solidFill>
                    <a:srgbClr val="003366"/>
                  </a:solidFill>
                  <a:latin typeface="Merriweather" panose="00000500000000000000" pitchFamily="2" charset="0"/>
                  <a:ea typeface="Merriweather"/>
                  <a:cs typeface="Merriweather"/>
                  <a:sym typeface="Merriweather"/>
                </a:rPr>
                <a:t> </a:t>
              </a:r>
              <a:r>
                <a:rPr lang="en-US" sz="1797" b="1" i="0" u="none" strike="noStrike" cap="none" dirty="0" err="1">
                  <a:solidFill>
                    <a:srgbClr val="003366"/>
                  </a:solidFill>
                  <a:latin typeface="Merriweather" panose="00000500000000000000" pitchFamily="2" charset="0"/>
                  <a:ea typeface="Merriweather"/>
                  <a:cs typeface="Merriweather"/>
                  <a:sym typeface="Merriweather"/>
                </a:rPr>
                <a:t>kiểm</a:t>
              </a:r>
              <a:r>
                <a:rPr lang="en-US" sz="1797" b="1" i="0" u="none" strike="noStrike" cap="none" dirty="0">
                  <a:solidFill>
                    <a:srgbClr val="003366"/>
                  </a:solidFill>
                  <a:latin typeface="Merriweather" panose="00000500000000000000" pitchFamily="2" charset="0"/>
                  <a:ea typeface="Merriweather"/>
                  <a:cs typeface="Merriweather"/>
                  <a:sym typeface="Merriweather"/>
                </a:rPr>
                <a:t> </a:t>
              </a:r>
              <a:r>
                <a:rPr lang="en-US" sz="1797" b="1" i="0" u="none" strike="noStrike" cap="none" dirty="0" err="1">
                  <a:solidFill>
                    <a:srgbClr val="003366"/>
                  </a:solidFill>
                  <a:latin typeface="Merriweather" panose="00000500000000000000" pitchFamily="2" charset="0"/>
                  <a:ea typeface="Merriweather"/>
                  <a:cs typeface="Merriweather"/>
                  <a:sym typeface="Merriweather"/>
                </a:rPr>
                <a:t>chứng</a:t>
              </a:r>
              <a:endParaRPr sz="1792" dirty="0">
                <a:latin typeface="Merriweather" panose="00000500000000000000" pitchFamily="2" charset="0"/>
              </a:endParaRPr>
            </a:p>
          </p:txBody>
        </p:sp>
        <p:sp>
          <p:nvSpPr>
            <p:cNvPr id="19" name="Google Shape;219;p24">
              <a:extLst>
                <a:ext uri="{FF2B5EF4-FFF2-40B4-BE49-F238E27FC236}">
                  <a16:creationId xmlns:a16="http://schemas.microsoft.com/office/drawing/2014/main" id="{5CAC3228-9BA9-385A-75F3-E0775569E290}"/>
                </a:ext>
              </a:extLst>
            </p:cNvPr>
            <p:cNvSpPr txBox="1"/>
            <p:nvPr/>
          </p:nvSpPr>
          <p:spPr>
            <a:xfrm>
              <a:off x="8328124" y="3833812"/>
              <a:ext cx="2901900" cy="1477367"/>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920" b="0" i="0" u="none" strike="noStrike" cap="none">
                  <a:solidFill>
                    <a:srgbClr val="334155"/>
                  </a:solidFill>
                  <a:latin typeface="Merriweather" panose="00000500000000000000" pitchFamily="2" charset="0"/>
                  <a:ea typeface="DM Sans"/>
                  <a:cs typeface="DM Sans"/>
                  <a:sym typeface="DM Sans"/>
                </a:rPr>
                <a:t>Chốt chặn cuối cùng: "Chạy thử", test thực tế. Thực tiễn sẽ đập tan mọi ảo tưởng cảm tính.</a:t>
              </a:r>
              <a:endParaRPr sz="1792">
                <a:latin typeface="Merriweather" panose="00000500000000000000" pitchFamily="2" charset="0"/>
              </a:endParaRPr>
            </a:p>
          </p:txBody>
        </p:sp>
      </p:grpSp>
      <p:sp>
        <p:nvSpPr>
          <p:cNvPr id="20" name="Google Shape;206;p24">
            <a:extLst>
              <a:ext uri="{FF2B5EF4-FFF2-40B4-BE49-F238E27FC236}">
                <a16:creationId xmlns:a16="http://schemas.microsoft.com/office/drawing/2014/main" id="{0CD35D7F-B7FE-8026-AAA7-471FEE15A2BE}"/>
              </a:ext>
            </a:extLst>
          </p:cNvPr>
          <p:cNvSpPr txBox="1"/>
          <p:nvPr/>
        </p:nvSpPr>
        <p:spPr>
          <a:xfrm>
            <a:off x="878392" y="-1799883"/>
            <a:ext cx="11401425"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dirty="0">
                <a:solidFill>
                  <a:srgbClr val="003366"/>
                </a:solidFill>
                <a:latin typeface="Merriweather" panose="00000500000000000000" pitchFamily="2" charset="0"/>
                <a:ea typeface="Merriweather"/>
                <a:cs typeface="Merriweather"/>
                <a:sym typeface="Merriweather"/>
              </a:rPr>
              <a:t>Quy </a:t>
            </a:r>
            <a:r>
              <a:rPr lang="en-US" sz="3600" b="1" i="0" u="none" strike="noStrike" cap="none" dirty="0" err="1">
                <a:solidFill>
                  <a:srgbClr val="003366"/>
                </a:solidFill>
                <a:latin typeface="Merriweather" panose="00000500000000000000" pitchFamily="2" charset="0"/>
                <a:ea typeface="Merriweather"/>
                <a:cs typeface="Merriweather"/>
                <a:sym typeface="Merriweather"/>
              </a:rPr>
              <a:t>trình</a:t>
            </a:r>
            <a:r>
              <a:rPr lang="en-US" sz="3600" b="1" i="0" u="none" strike="noStrike" cap="none" dirty="0">
                <a:solidFill>
                  <a:srgbClr val="003366"/>
                </a:solidFill>
                <a:latin typeface="Merriweather" panose="00000500000000000000" pitchFamily="2" charset="0"/>
                <a:ea typeface="Merriweather"/>
                <a:cs typeface="Merriweather"/>
                <a:sym typeface="Merriweather"/>
              </a:rPr>
              <a:t> </a:t>
            </a:r>
            <a:r>
              <a:rPr lang="en-US" sz="3600" b="1" i="0" u="none" strike="noStrike" cap="none" dirty="0" err="1">
                <a:solidFill>
                  <a:srgbClr val="003366"/>
                </a:solidFill>
                <a:latin typeface="Merriweather" panose="00000500000000000000" pitchFamily="2" charset="0"/>
                <a:ea typeface="Merriweather"/>
                <a:cs typeface="Merriweather"/>
                <a:sym typeface="Merriweather"/>
              </a:rPr>
              <a:t>xác</a:t>
            </a:r>
            <a:r>
              <a:rPr lang="en-US" sz="3600" b="1" i="0" u="none" strike="noStrike" cap="none" dirty="0">
                <a:solidFill>
                  <a:srgbClr val="003366"/>
                </a:solidFill>
                <a:latin typeface="Merriweather" panose="00000500000000000000" pitchFamily="2" charset="0"/>
                <a:ea typeface="Merriweather"/>
                <a:cs typeface="Merriweather"/>
                <a:sym typeface="Merriweather"/>
              </a:rPr>
              <a:t> </a:t>
            </a:r>
            <a:r>
              <a:rPr lang="en-US" sz="3600" b="1" i="0" u="none" strike="noStrike" cap="none" dirty="0" err="1">
                <a:solidFill>
                  <a:srgbClr val="003366"/>
                </a:solidFill>
                <a:latin typeface="Merriweather" panose="00000500000000000000" pitchFamily="2" charset="0"/>
                <a:ea typeface="Merriweather"/>
                <a:cs typeface="Merriweather"/>
                <a:sym typeface="Merriweather"/>
              </a:rPr>
              <a:t>định</a:t>
            </a:r>
            <a:r>
              <a:rPr lang="en-US" sz="3600" b="1" i="0" u="none" strike="noStrike" cap="none" dirty="0">
                <a:solidFill>
                  <a:srgbClr val="003366"/>
                </a:solidFill>
                <a:latin typeface="Merriweather" panose="00000500000000000000" pitchFamily="2" charset="0"/>
                <a:ea typeface="Merriweather"/>
                <a:cs typeface="Merriweather"/>
                <a:sym typeface="Merriweather"/>
              </a:rPr>
              <a:t> Thông tin </a:t>
            </a:r>
            <a:r>
              <a:rPr lang="en-US" sz="3600" b="1" i="0" u="none" strike="noStrike" cap="none" dirty="0" err="1">
                <a:solidFill>
                  <a:srgbClr val="003366"/>
                </a:solidFill>
                <a:latin typeface="Merriweather" panose="00000500000000000000" pitchFamily="2" charset="0"/>
                <a:ea typeface="Merriweather"/>
                <a:cs typeface="Merriweather"/>
                <a:sym typeface="Merriweather"/>
              </a:rPr>
              <a:t>đúng</a:t>
            </a:r>
            <a:endParaRPr dirty="0">
              <a:latin typeface="Merriweather" panose="00000500000000000000" pitchFamily="2"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9E5"/>
        </a:solidFill>
        <a:effectLst/>
      </p:bgPr>
    </p:bg>
    <p:spTree>
      <p:nvGrpSpPr>
        <p:cNvPr id="1" name="Shape 199"/>
        <p:cNvGrpSpPr/>
        <p:nvPr/>
      </p:nvGrpSpPr>
      <p:grpSpPr>
        <a:xfrm>
          <a:off x="0" y="0"/>
          <a:ext cx="0" cy="0"/>
          <a:chOff x="0" y="0"/>
          <a:chExt cx="0" cy="0"/>
        </a:xfrm>
      </p:grpSpPr>
      <p:pic>
        <p:nvPicPr>
          <p:cNvPr id="200" name="Google Shape;200;p24" descr="image.png"/>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201" name="Google Shape;201;p24"/>
          <p:cNvGrpSpPr/>
          <p:nvPr/>
        </p:nvGrpSpPr>
        <p:grpSpPr>
          <a:xfrm>
            <a:off x="571500" y="3200400"/>
            <a:ext cx="11049000" cy="228600"/>
            <a:chOff x="571500" y="4029075"/>
            <a:chExt cx="11049000" cy="228600"/>
          </a:xfrm>
        </p:grpSpPr>
        <p:sp>
          <p:nvSpPr>
            <p:cNvPr id="202" name="Google Shape;202;p24"/>
            <p:cNvSpPr/>
            <p:nvPr/>
          </p:nvSpPr>
          <p:spPr>
            <a:xfrm>
              <a:off x="571500" y="4124325"/>
              <a:ext cx="11049000" cy="38100"/>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erriweather" panose="00000500000000000000" pitchFamily="2" charset="0"/>
                <a:ea typeface="Calibri"/>
                <a:cs typeface="Calibri"/>
                <a:sym typeface="Calibri"/>
              </a:endParaRPr>
            </a:p>
          </p:txBody>
        </p:sp>
        <p:sp>
          <p:nvSpPr>
            <p:cNvPr id="203" name="Google Shape;203;p24"/>
            <p:cNvSpPr/>
            <p:nvPr/>
          </p:nvSpPr>
          <p:spPr>
            <a:xfrm>
              <a:off x="2298650" y="4029075"/>
              <a:ext cx="228600" cy="228600"/>
            </a:xfrm>
            <a:prstGeom prst="roundRect">
              <a:avLst>
                <a:gd name="adj" fmla="val 50000"/>
              </a:avLst>
            </a:prstGeom>
            <a:solidFill>
              <a:srgbClr val="003366"/>
            </a:solidFill>
            <a:ln w="38100" cap="flat" cmpd="sng">
              <a:solidFill>
                <a:srgbClr val="D4AF3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erriweather" panose="00000500000000000000" pitchFamily="2" charset="0"/>
                <a:ea typeface="Calibri"/>
                <a:cs typeface="Calibri"/>
                <a:sym typeface="Calibri"/>
              </a:endParaRPr>
            </a:p>
          </p:txBody>
        </p:sp>
        <p:sp>
          <p:nvSpPr>
            <p:cNvPr id="204" name="Google Shape;204;p24"/>
            <p:cNvSpPr/>
            <p:nvPr/>
          </p:nvSpPr>
          <p:spPr>
            <a:xfrm>
              <a:off x="5981700" y="4029075"/>
              <a:ext cx="228600" cy="228600"/>
            </a:xfrm>
            <a:prstGeom prst="roundRect">
              <a:avLst>
                <a:gd name="adj" fmla="val 50000"/>
              </a:avLst>
            </a:prstGeom>
            <a:solidFill>
              <a:srgbClr val="003366"/>
            </a:solidFill>
            <a:ln w="38100" cap="flat" cmpd="sng">
              <a:solidFill>
                <a:srgbClr val="D4AF3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erriweather" panose="00000500000000000000" pitchFamily="2" charset="0"/>
                <a:ea typeface="Calibri"/>
                <a:cs typeface="Calibri"/>
                <a:sym typeface="Calibri"/>
              </a:endParaRPr>
            </a:p>
          </p:txBody>
        </p:sp>
        <p:sp>
          <p:nvSpPr>
            <p:cNvPr id="205" name="Google Shape;205;p24"/>
            <p:cNvSpPr/>
            <p:nvPr/>
          </p:nvSpPr>
          <p:spPr>
            <a:xfrm>
              <a:off x="9664749" y="4029075"/>
              <a:ext cx="228600" cy="228600"/>
            </a:xfrm>
            <a:prstGeom prst="roundRect">
              <a:avLst>
                <a:gd name="adj" fmla="val 50000"/>
              </a:avLst>
            </a:prstGeom>
            <a:solidFill>
              <a:srgbClr val="003366"/>
            </a:solidFill>
            <a:ln w="38100" cap="flat" cmpd="sng">
              <a:solidFill>
                <a:srgbClr val="D4AF3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erriweather" panose="00000500000000000000" pitchFamily="2" charset="0"/>
                <a:ea typeface="Calibri"/>
                <a:cs typeface="Calibri"/>
                <a:sym typeface="Calibri"/>
              </a:endParaRPr>
            </a:p>
          </p:txBody>
        </p:sp>
      </p:grpSp>
      <p:sp>
        <p:nvSpPr>
          <p:cNvPr id="206" name="Google Shape;206;p24"/>
          <p:cNvSpPr txBox="1"/>
          <p:nvPr/>
        </p:nvSpPr>
        <p:spPr>
          <a:xfrm>
            <a:off x="762000" y="571500"/>
            <a:ext cx="11401425"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dirty="0">
                <a:solidFill>
                  <a:srgbClr val="003366"/>
                </a:solidFill>
                <a:latin typeface="Merriweather" panose="00000500000000000000" pitchFamily="2" charset="0"/>
                <a:ea typeface="Merriweather"/>
                <a:cs typeface="Merriweather"/>
                <a:sym typeface="Merriweather"/>
              </a:rPr>
              <a:t>Quy </a:t>
            </a:r>
            <a:r>
              <a:rPr lang="en-US" sz="3600" b="1" i="0" u="none" strike="noStrike" cap="none" dirty="0" err="1">
                <a:solidFill>
                  <a:srgbClr val="003366"/>
                </a:solidFill>
                <a:latin typeface="Merriweather" panose="00000500000000000000" pitchFamily="2" charset="0"/>
                <a:ea typeface="Merriweather"/>
                <a:cs typeface="Merriweather"/>
                <a:sym typeface="Merriweather"/>
              </a:rPr>
              <a:t>trình</a:t>
            </a:r>
            <a:r>
              <a:rPr lang="en-US" sz="3600" b="1" i="0" u="none" strike="noStrike" cap="none" dirty="0">
                <a:solidFill>
                  <a:srgbClr val="003366"/>
                </a:solidFill>
                <a:latin typeface="Merriweather" panose="00000500000000000000" pitchFamily="2" charset="0"/>
                <a:ea typeface="Merriweather"/>
                <a:cs typeface="Merriweather"/>
                <a:sym typeface="Merriweather"/>
              </a:rPr>
              <a:t> </a:t>
            </a:r>
            <a:r>
              <a:rPr lang="en-US" sz="3600" b="1" i="0" u="none" strike="noStrike" cap="none" dirty="0" err="1">
                <a:solidFill>
                  <a:srgbClr val="003366"/>
                </a:solidFill>
                <a:latin typeface="Merriweather" panose="00000500000000000000" pitchFamily="2" charset="0"/>
                <a:ea typeface="Merriweather"/>
                <a:cs typeface="Merriweather"/>
                <a:sym typeface="Merriweather"/>
              </a:rPr>
              <a:t>xác</a:t>
            </a:r>
            <a:r>
              <a:rPr lang="en-US" sz="3600" b="1" i="0" u="none" strike="noStrike" cap="none" dirty="0">
                <a:solidFill>
                  <a:srgbClr val="003366"/>
                </a:solidFill>
                <a:latin typeface="Merriweather" panose="00000500000000000000" pitchFamily="2" charset="0"/>
                <a:ea typeface="Merriweather"/>
                <a:cs typeface="Merriweather"/>
                <a:sym typeface="Merriweather"/>
              </a:rPr>
              <a:t> </a:t>
            </a:r>
            <a:r>
              <a:rPr lang="en-US" sz="3600" b="1" i="0" u="none" strike="noStrike" cap="none" dirty="0" err="1">
                <a:solidFill>
                  <a:srgbClr val="003366"/>
                </a:solidFill>
                <a:latin typeface="Merriweather" panose="00000500000000000000" pitchFamily="2" charset="0"/>
                <a:ea typeface="Merriweather"/>
                <a:cs typeface="Merriweather"/>
                <a:sym typeface="Merriweather"/>
              </a:rPr>
              <a:t>định</a:t>
            </a:r>
            <a:r>
              <a:rPr lang="en-US" sz="3600" b="1" i="0" u="none" strike="noStrike" cap="none" dirty="0">
                <a:solidFill>
                  <a:srgbClr val="003366"/>
                </a:solidFill>
                <a:latin typeface="Merriweather" panose="00000500000000000000" pitchFamily="2" charset="0"/>
                <a:ea typeface="Merriweather"/>
                <a:cs typeface="Merriweather"/>
                <a:sym typeface="Merriweather"/>
              </a:rPr>
              <a:t> Thông tin </a:t>
            </a:r>
            <a:r>
              <a:rPr lang="en-US" sz="3600" b="1" i="0" u="none" strike="noStrike" cap="none" dirty="0" err="1">
                <a:solidFill>
                  <a:srgbClr val="003366"/>
                </a:solidFill>
                <a:latin typeface="Merriweather" panose="00000500000000000000" pitchFamily="2" charset="0"/>
                <a:ea typeface="Merriweather"/>
                <a:cs typeface="Merriweather"/>
                <a:sym typeface="Merriweather"/>
              </a:rPr>
              <a:t>đúng</a:t>
            </a:r>
            <a:endParaRPr dirty="0">
              <a:latin typeface="Merriweather" panose="00000500000000000000" pitchFamily="2" charset="0"/>
            </a:endParaRPr>
          </a:p>
        </p:txBody>
      </p:sp>
      <p:sp>
        <p:nvSpPr>
          <p:cNvPr id="207" name="Google Shape;207;p24"/>
          <p:cNvSpPr/>
          <p:nvPr/>
        </p:nvSpPr>
        <p:spPr>
          <a:xfrm>
            <a:off x="571500" y="571500"/>
            <a:ext cx="76200" cy="571500"/>
          </a:xfrm>
          <a:prstGeom prst="rect">
            <a:avLst/>
          </a:prstGeom>
          <a:solidFill>
            <a:srgbClr val="D4AF3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erriweather" panose="00000500000000000000" pitchFamily="2" charset="0"/>
              <a:ea typeface="Calibri"/>
              <a:cs typeface="Calibri"/>
              <a:sym typeface="Calibri"/>
            </a:endParaRPr>
          </a:p>
        </p:txBody>
      </p:sp>
      <p:grpSp>
        <p:nvGrpSpPr>
          <p:cNvPr id="208" name="Google Shape;208;p24"/>
          <p:cNvGrpSpPr/>
          <p:nvPr/>
        </p:nvGrpSpPr>
        <p:grpSpPr>
          <a:xfrm>
            <a:off x="571496" y="3487526"/>
            <a:ext cx="3683106" cy="2115104"/>
            <a:chOff x="762000" y="3414712"/>
            <a:chExt cx="3302049" cy="1896274"/>
          </a:xfrm>
        </p:grpSpPr>
        <p:pic>
          <p:nvPicPr>
            <p:cNvPr id="209" name="Google Shape;209;p24" descr="image.png"/>
            <p:cNvPicPr preferRelativeResize="0"/>
            <p:nvPr/>
          </p:nvPicPr>
          <p:blipFill rotWithShape="1">
            <a:blip r:embed="rId4">
              <a:alphaModFix/>
            </a:blip>
            <a:srcRect/>
            <a:stretch/>
          </p:blipFill>
          <p:spPr>
            <a:xfrm>
              <a:off x="762000" y="3414712"/>
              <a:ext cx="3302049" cy="1838325"/>
            </a:xfrm>
            <a:prstGeom prst="rect">
              <a:avLst/>
            </a:prstGeom>
            <a:noFill/>
            <a:ln>
              <a:noFill/>
            </a:ln>
          </p:spPr>
        </p:pic>
        <p:sp>
          <p:nvSpPr>
            <p:cNvPr id="210" name="Google Shape;210;p24"/>
            <p:cNvSpPr txBox="1"/>
            <p:nvPr/>
          </p:nvSpPr>
          <p:spPr>
            <a:xfrm>
              <a:off x="889475" y="3532435"/>
              <a:ext cx="3047100" cy="216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566" b="1" i="0" u="none" strike="noStrike" cap="none">
                  <a:solidFill>
                    <a:srgbClr val="003366"/>
                  </a:solidFill>
                  <a:latin typeface="Merriweather" panose="00000500000000000000" pitchFamily="2" charset="0"/>
                  <a:ea typeface="Merriweather"/>
                  <a:cs typeface="Merriweather"/>
                  <a:sym typeface="Merriweather"/>
                </a:rPr>
                <a:t>GĐ 1: Nhận thức Cảm tính</a:t>
              </a:r>
              <a:endParaRPr sz="1562">
                <a:latin typeface="Merriweather" panose="00000500000000000000" pitchFamily="2" charset="0"/>
              </a:endParaRPr>
            </a:p>
          </p:txBody>
        </p:sp>
        <p:sp>
          <p:nvSpPr>
            <p:cNvPr id="211" name="Google Shape;211;p24"/>
            <p:cNvSpPr txBox="1"/>
            <p:nvPr/>
          </p:nvSpPr>
          <p:spPr>
            <a:xfrm>
              <a:off x="1103978" y="3833820"/>
              <a:ext cx="2618100" cy="1477166"/>
            </a:xfrm>
            <a:prstGeom prst="rect">
              <a:avLst/>
            </a:prstGeom>
            <a:noFill/>
            <a:ln>
              <a:noFill/>
            </a:ln>
          </p:spPr>
          <p:txBody>
            <a:bodyPr spcFirstLastPara="1" wrap="square" lIns="0" tIns="0" rIns="0" bIns="0" anchor="t" anchorCtr="0">
              <a:spAutoFit/>
            </a:bodyPr>
            <a:lstStyle/>
            <a:p>
              <a:pPr marL="0" marR="0" lvl="0" indent="0" algn="just" rtl="0">
                <a:lnSpc>
                  <a:spcPct val="160000"/>
                </a:lnSpc>
                <a:spcBef>
                  <a:spcPts val="0"/>
                </a:spcBef>
                <a:spcAft>
                  <a:spcPts val="0"/>
                </a:spcAft>
                <a:buNone/>
              </a:pPr>
              <a:r>
                <a:rPr lang="en-US" sz="1673" b="0" i="0" u="none" strike="noStrike" cap="none">
                  <a:solidFill>
                    <a:srgbClr val="334155"/>
                  </a:solidFill>
                  <a:latin typeface="Merriweather" panose="00000500000000000000" pitchFamily="2" charset="0"/>
                  <a:ea typeface="DM Sans"/>
                  <a:cs typeface="DM Sans"/>
                  <a:sym typeface="DM Sans"/>
                </a:rPr>
                <a:t>Tiếp nhận bề ngoài: Số đông tung hô, giao diện đẹp, lợi ích tức thì. Dễ sập bẫy "tâm lý bầy đàn".</a:t>
              </a:r>
              <a:endParaRPr sz="1562">
                <a:latin typeface="Merriweather" panose="00000500000000000000" pitchFamily="2" charset="0"/>
              </a:endParaRPr>
            </a:p>
          </p:txBody>
        </p:sp>
      </p:grpSp>
      <p:grpSp>
        <p:nvGrpSpPr>
          <p:cNvPr id="212" name="Google Shape;212;p24"/>
          <p:cNvGrpSpPr/>
          <p:nvPr/>
        </p:nvGrpSpPr>
        <p:grpSpPr>
          <a:xfrm>
            <a:off x="4046916" y="1220072"/>
            <a:ext cx="4098173" cy="1908663"/>
            <a:chOff x="4497949" y="938212"/>
            <a:chExt cx="3302049" cy="1537880"/>
          </a:xfrm>
        </p:grpSpPr>
        <p:pic>
          <p:nvPicPr>
            <p:cNvPr id="213" name="Google Shape;213;p24" descr="image.png"/>
            <p:cNvPicPr preferRelativeResize="0"/>
            <p:nvPr/>
          </p:nvPicPr>
          <p:blipFill rotWithShape="1">
            <a:blip r:embed="rId5">
              <a:alphaModFix/>
            </a:blip>
            <a:srcRect/>
            <a:stretch/>
          </p:blipFill>
          <p:spPr>
            <a:xfrm>
              <a:off x="4497949" y="938212"/>
              <a:ext cx="3302049" cy="1533525"/>
            </a:xfrm>
            <a:prstGeom prst="rect">
              <a:avLst/>
            </a:prstGeom>
            <a:noFill/>
            <a:ln>
              <a:noFill/>
            </a:ln>
          </p:spPr>
        </p:pic>
        <p:sp>
          <p:nvSpPr>
            <p:cNvPr id="214" name="Google Shape;214;p24"/>
            <p:cNvSpPr txBox="1"/>
            <p:nvPr/>
          </p:nvSpPr>
          <p:spPr>
            <a:xfrm>
              <a:off x="4572524" y="1034937"/>
              <a:ext cx="3047100" cy="216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742" b="1" i="0" u="none" strike="noStrike" cap="none">
                  <a:solidFill>
                    <a:srgbClr val="003366"/>
                  </a:solidFill>
                  <a:latin typeface="Merriweather" panose="00000500000000000000" pitchFamily="2" charset="0"/>
                  <a:ea typeface="Merriweather"/>
                  <a:cs typeface="Merriweather"/>
                  <a:sym typeface="Merriweather"/>
                </a:rPr>
                <a:t>GĐ 2: Nhận thức Lý tính</a:t>
              </a:r>
              <a:endParaRPr sz="1738">
                <a:latin typeface="Merriweather" panose="00000500000000000000" pitchFamily="2" charset="0"/>
              </a:endParaRPr>
            </a:p>
          </p:txBody>
        </p:sp>
        <p:sp>
          <p:nvSpPr>
            <p:cNvPr id="215" name="Google Shape;215;p24"/>
            <p:cNvSpPr txBox="1"/>
            <p:nvPr/>
          </p:nvSpPr>
          <p:spPr>
            <a:xfrm>
              <a:off x="4635675" y="1367900"/>
              <a:ext cx="2920800" cy="1108192"/>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862" b="0" i="0" u="none" strike="noStrike" cap="none" dirty="0" err="1">
                  <a:solidFill>
                    <a:srgbClr val="334155"/>
                  </a:solidFill>
                  <a:latin typeface="Merriweather" panose="00000500000000000000" pitchFamily="2" charset="0"/>
                  <a:ea typeface="DM Sans"/>
                  <a:cs typeface="DM Sans"/>
                  <a:sym typeface="DM Sans"/>
                </a:rPr>
                <a:t>Tư</a:t>
              </a:r>
              <a:r>
                <a:rPr lang="en-US" sz="1862" b="0" i="0" u="none" strike="noStrike" cap="none" dirty="0">
                  <a:solidFill>
                    <a:srgbClr val="334155"/>
                  </a:solidFill>
                  <a:latin typeface="Merriweather" panose="00000500000000000000" pitchFamily="2" charset="0"/>
                  <a:ea typeface="DM Sans"/>
                  <a:cs typeface="DM Sans"/>
                  <a:sym typeface="DM Sans"/>
                </a:rPr>
                <a:t> </a:t>
              </a:r>
              <a:r>
                <a:rPr lang="en-US" sz="1862" b="0" i="0" u="none" strike="noStrike" cap="none" dirty="0" err="1">
                  <a:solidFill>
                    <a:srgbClr val="334155"/>
                  </a:solidFill>
                  <a:latin typeface="Merriweather" panose="00000500000000000000" pitchFamily="2" charset="0"/>
                  <a:ea typeface="DM Sans"/>
                  <a:cs typeface="DM Sans"/>
                  <a:sym typeface="DM Sans"/>
                </a:rPr>
                <a:t>duy</a:t>
              </a:r>
              <a:r>
                <a:rPr lang="en-US" sz="1862" b="0" i="0" u="none" strike="noStrike" cap="none" dirty="0">
                  <a:solidFill>
                    <a:srgbClr val="334155"/>
                  </a:solidFill>
                  <a:latin typeface="Merriweather" panose="00000500000000000000" pitchFamily="2" charset="0"/>
                  <a:ea typeface="DM Sans"/>
                  <a:cs typeface="DM Sans"/>
                  <a:sym typeface="DM Sans"/>
                </a:rPr>
                <a:t> </a:t>
              </a:r>
              <a:r>
                <a:rPr lang="en-US" sz="1862" b="0" i="0" u="none" strike="noStrike" cap="none" dirty="0" err="1">
                  <a:solidFill>
                    <a:srgbClr val="334155"/>
                  </a:solidFill>
                  <a:latin typeface="Merriweather" panose="00000500000000000000" pitchFamily="2" charset="0"/>
                  <a:ea typeface="DM Sans"/>
                  <a:cs typeface="DM Sans"/>
                  <a:sym typeface="DM Sans"/>
                </a:rPr>
                <a:t>phản</a:t>
              </a:r>
              <a:r>
                <a:rPr lang="en-US" sz="1862" dirty="0">
                  <a:solidFill>
                    <a:srgbClr val="334155"/>
                  </a:solidFill>
                  <a:latin typeface="Merriweather" panose="00000500000000000000" pitchFamily="2" charset="0"/>
                  <a:ea typeface="DM Sans"/>
                  <a:cs typeface="DM Sans"/>
                  <a:sym typeface="DM Sans"/>
                </a:rPr>
                <a:t> </a:t>
              </a:r>
              <a:r>
                <a:rPr lang="en-US" sz="1862" b="0" i="0" u="none" strike="noStrike" cap="none" dirty="0" err="1">
                  <a:solidFill>
                    <a:srgbClr val="334155"/>
                  </a:solidFill>
                  <a:latin typeface="Merriweather" panose="00000500000000000000" pitchFamily="2" charset="0"/>
                  <a:ea typeface="DM Sans"/>
                  <a:cs typeface="DM Sans"/>
                  <a:sym typeface="DM Sans"/>
                </a:rPr>
                <a:t>biện</a:t>
              </a:r>
              <a:r>
                <a:rPr lang="en-US" sz="1862" b="0" i="0" u="none" strike="noStrike" cap="none" dirty="0">
                  <a:solidFill>
                    <a:srgbClr val="334155"/>
                  </a:solidFill>
                  <a:latin typeface="Merriweather" panose="00000500000000000000" pitchFamily="2" charset="0"/>
                  <a:ea typeface="DM Sans"/>
                  <a:cs typeface="DM Sans"/>
                  <a:sym typeface="DM Sans"/>
                </a:rPr>
                <a:t>: </a:t>
              </a:r>
              <a:r>
                <a:rPr lang="en-US" sz="1862" b="0" i="0" u="none" strike="noStrike" cap="none" dirty="0" err="1">
                  <a:solidFill>
                    <a:srgbClr val="334155"/>
                  </a:solidFill>
                  <a:latin typeface="Merriweather" panose="00000500000000000000" pitchFamily="2" charset="0"/>
                  <a:ea typeface="DM Sans"/>
                  <a:cs typeface="DM Sans"/>
                  <a:sym typeface="DM Sans"/>
                </a:rPr>
                <a:t>Đối</a:t>
              </a:r>
              <a:r>
                <a:rPr lang="en-US" sz="1862" b="0" i="0" u="none" strike="noStrike" cap="none" dirty="0">
                  <a:solidFill>
                    <a:srgbClr val="334155"/>
                  </a:solidFill>
                  <a:latin typeface="Merriweather" panose="00000500000000000000" pitchFamily="2" charset="0"/>
                  <a:ea typeface="DM Sans"/>
                  <a:cs typeface="DM Sans"/>
                  <a:sym typeface="DM Sans"/>
                </a:rPr>
                <a:t> </a:t>
              </a:r>
              <a:r>
                <a:rPr lang="en-US" sz="1862" b="0" i="0" u="none" strike="noStrike" cap="none" dirty="0" err="1">
                  <a:solidFill>
                    <a:srgbClr val="334155"/>
                  </a:solidFill>
                  <a:latin typeface="Merriweather" panose="00000500000000000000" pitchFamily="2" charset="0"/>
                  <a:ea typeface="DM Sans"/>
                  <a:cs typeface="DM Sans"/>
                  <a:sym typeface="DM Sans"/>
                </a:rPr>
                <a:t>chiếu</a:t>
              </a:r>
              <a:r>
                <a:rPr lang="en-US" sz="1862" b="0" i="0" u="none" strike="noStrike" cap="none" dirty="0">
                  <a:solidFill>
                    <a:srgbClr val="334155"/>
                  </a:solidFill>
                  <a:latin typeface="Merriweather" panose="00000500000000000000" pitchFamily="2" charset="0"/>
                  <a:ea typeface="DM Sans"/>
                  <a:cs typeface="DM Sans"/>
                  <a:sym typeface="DM Sans"/>
                </a:rPr>
                <a:t> </a:t>
              </a:r>
              <a:r>
                <a:rPr lang="en-US" sz="1862" b="0" i="0" u="none" strike="noStrike" cap="none" dirty="0" err="1">
                  <a:solidFill>
                    <a:srgbClr val="334155"/>
                  </a:solidFill>
                  <a:latin typeface="Merriweather" panose="00000500000000000000" pitchFamily="2" charset="0"/>
                  <a:ea typeface="DM Sans"/>
                  <a:cs typeface="DM Sans"/>
                  <a:sym typeface="DM Sans"/>
                </a:rPr>
                <a:t>nguồn</a:t>
              </a:r>
              <a:r>
                <a:rPr lang="en-US" sz="1862" b="0" i="0" u="none" strike="noStrike" cap="none" dirty="0">
                  <a:solidFill>
                    <a:srgbClr val="334155"/>
                  </a:solidFill>
                  <a:latin typeface="Merriweather" panose="00000500000000000000" pitchFamily="2" charset="0"/>
                  <a:ea typeface="DM Sans"/>
                  <a:cs typeface="DM Sans"/>
                  <a:sym typeface="DM Sans"/>
                </a:rPr>
                <a:t> </a:t>
              </a:r>
              <a:r>
                <a:rPr lang="en-US" sz="1862" b="0" i="0" u="none" strike="noStrike" cap="none" dirty="0" err="1">
                  <a:solidFill>
                    <a:srgbClr val="334155"/>
                  </a:solidFill>
                  <a:latin typeface="Merriweather" panose="00000500000000000000" pitchFamily="2" charset="0"/>
                  <a:ea typeface="DM Sans"/>
                  <a:cs typeface="DM Sans"/>
                  <a:sym typeface="DM Sans"/>
                </a:rPr>
                <a:t>uy</a:t>
              </a:r>
              <a:r>
                <a:rPr lang="en-US" sz="1862" b="0" i="0" u="none" strike="noStrike" cap="none" dirty="0">
                  <a:solidFill>
                    <a:srgbClr val="334155"/>
                  </a:solidFill>
                  <a:latin typeface="Merriweather" panose="00000500000000000000" pitchFamily="2" charset="0"/>
                  <a:ea typeface="DM Sans"/>
                  <a:cs typeface="DM Sans"/>
                  <a:sym typeface="DM Sans"/>
                </a:rPr>
                <a:t> </a:t>
              </a:r>
              <a:r>
                <a:rPr lang="en-US" sz="1862" b="0" i="0" u="none" strike="noStrike" cap="none" dirty="0" err="1">
                  <a:solidFill>
                    <a:srgbClr val="334155"/>
                  </a:solidFill>
                  <a:latin typeface="Merriweather" panose="00000500000000000000" pitchFamily="2" charset="0"/>
                  <a:ea typeface="DM Sans"/>
                  <a:cs typeface="DM Sans"/>
                  <a:sym typeface="DM Sans"/>
                </a:rPr>
                <a:t>tín</a:t>
              </a:r>
              <a:r>
                <a:rPr lang="en-US" sz="1862" b="0" i="0" u="none" strike="noStrike" cap="none" dirty="0">
                  <a:solidFill>
                    <a:srgbClr val="334155"/>
                  </a:solidFill>
                  <a:latin typeface="Merriweather" panose="00000500000000000000" pitchFamily="2" charset="0"/>
                  <a:ea typeface="DM Sans"/>
                  <a:cs typeface="DM Sans"/>
                  <a:sym typeface="DM Sans"/>
                </a:rPr>
                <a:t>, </a:t>
              </a:r>
              <a:r>
                <a:rPr lang="en-US" sz="1862" b="0" i="0" u="none" strike="noStrike" cap="none" dirty="0" err="1">
                  <a:solidFill>
                    <a:srgbClr val="334155"/>
                  </a:solidFill>
                  <a:latin typeface="Merriweather" panose="00000500000000000000" pitchFamily="2" charset="0"/>
                  <a:ea typeface="DM Sans"/>
                  <a:cs typeface="DM Sans"/>
                  <a:sym typeface="DM Sans"/>
                </a:rPr>
                <a:t>phân</a:t>
              </a:r>
              <a:r>
                <a:rPr lang="en-US" sz="1862" b="0" i="0" u="none" strike="noStrike" cap="none" dirty="0">
                  <a:solidFill>
                    <a:srgbClr val="334155"/>
                  </a:solidFill>
                  <a:latin typeface="Merriweather" panose="00000500000000000000" pitchFamily="2" charset="0"/>
                  <a:ea typeface="DM Sans"/>
                  <a:cs typeface="DM Sans"/>
                  <a:sym typeface="DM Sans"/>
                </a:rPr>
                <a:t> </a:t>
              </a:r>
              <a:r>
                <a:rPr lang="en-US" sz="1862" b="0" i="0" u="none" strike="noStrike" cap="none" dirty="0" err="1">
                  <a:solidFill>
                    <a:srgbClr val="334155"/>
                  </a:solidFill>
                  <a:latin typeface="Merriweather" panose="00000500000000000000" pitchFamily="2" charset="0"/>
                  <a:ea typeface="DM Sans"/>
                  <a:cs typeface="DM Sans"/>
                  <a:sym typeface="DM Sans"/>
                </a:rPr>
                <a:t>tích</a:t>
              </a:r>
              <a:r>
                <a:rPr lang="en-US" sz="1862" b="0" i="0" u="none" strike="noStrike" cap="none" dirty="0">
                  <a:solidFill>
                    <a:srgbClr val="334155"/>
                  </a:solidFill>
                  <a:latin typeface="Merriweather" panose="00000500000000000000" pitchFamily="2" charset="0"/>
                  <a:ea typeface="DM Sans"/>
                  <a:cs typeface="DM Sans"/>
                  <a:sym typeface="DM Sans"/>
                </a:rPr>
                <a:t> </a:t>
              </a:r>
              <a:r>
                <a:rPr lang="en-US" sz="1862" b="0" i="0" u="none" strike="noStrike" cap="none" dirty="0" err="1">
                  <a:solidFill>
                    <a:srgbClr val="334155"/>
                  </a:solidFill>
                  <a:latin typeface="Merriweather" panose="00000500000000000000" pitchFamily="2" charset="0"/>
                  <a:ea typeface="DM Sans"/>
                  <a:cs typeface="DM Sans"/>
                  <a:sym typeface="DM Sans"/>
                </a:rPr>
                <a:t>bản</a:t>
              </a:r>
              <a:r>
                <a:rPr lang="en-US" sz="1862" b="0" i="0" u="none" strike="noStrike" cap="none" dirty="0">
                  <a:solidFill>
                    <a:srgbClr val="334155"/>
                  </a:solidFill>
                  <a:latin typeface="Merriweather" panose="00000500000000000000" pitchFamily="2" charset="0"/>
                  <a:ea typeface="DM Sans"/>
                  <a:cs typeface="DM Sans"/>
                  <a:sym typeface="DM Sans"/>
                </a:rPr>
                <a:t> </a:t>
              </a:r>
              <a:r>
                <a:rPr lang="en-US" sz="1862" b="0" i="0" u="none" strike="noStrike" cap="none" dirty="0" err="1">
                  <a:solidFill>
                    <a:srgbClr val="334155"/>
                  </a:solidFill>
                  <a:latin typeface="Merriweather" panose="00000500000000000000" pitchFamily="2" charset="0"/>
                  <a:ea typeface="DM Sans"/>
                  <a:cs typeface="DM Sans"/>
                  <a:sym typeface="DM Sans"/>
                </a:rPr>
                <a:t>chất</a:t>
              </a:r>
              <a:r>
                <a:rPr lang="en-US" sz="1862" b="0" i="0" u="none" strike="noStrike" cap="none" dirty="0">
                  <a:solidFill>
                    <a:srgbClr val="334155"/>
                  </a:solidFill>
                  <a:latin typeface="Merriweather" panose="00000500000000000000" pitchFamily="2" charset="0"/>
                  <a:ea typeface="DM Sans"/>
                  <a:cs typeface="DM Sans"/>
                  <a:sym typeface="DM Sans"/>
                </a:rPr>
                <a:t>. </a:t>
              </a:r>
              <a:r>
                <a:rPr lang="en-US" sz="1862" b="0" i="0" u="none" strike="noStrike" cap="none" dirty="0" err="1">
                  <a:solidFill>
                    <a:srgbClr val="334155"/>
                  </a:solidFill>
                  <a:latin typeface="Merriweather" panose="00000500000000000000" pitchFamily="2" charset="0"/>
                  <a:ea typeface="DM Sans"/>
                  <a:cs typeface="DM Sans"/>
                  <a:sym typeface="DM Sans"/>
                </a:rPr>
                <a:t>Gạt</a:t>
              </a:r>
              <a:r>
                <a:rPr lang="en-US" sz="1862" b="0" i="0" u="none" strike="noStrike" cap="none" dirty="0">
                  <a:solidFill>
                    <a:srgbClr val="334155"/>
                  </a:solidFill>
                  <a:latin typeface="Merriweather" panose="00000500000000000000" pitchFamily="2" charset="0"/>
                  <a:ea typeface="DM Sans"/>
                  <a:cs typeface="DM Sans"/>
                  <a:sym typeface="DM Sans"/>
                </a:rPr>
                <a:t> </a:t>
              </a:r>
              <a:r>
                <a:rPr lang="en-US" sz="1862" b="0" i="0" u="none" strike="noStrike" cap="none" dirty="0" err="1">
                  <a:solidFill>
                    <a:srgbClr val="334155"/>
                  </a:solidFill>
                  <a:latin typeface="Merriweather" panose="00000500000000000000" pitchFamily="2" charset="0"/>
                  <a:ea typeface="DM Sans"/>
                  <a:cs typeface="DM Sans"/>
                  <a:sym typeface="DM Sans"/>
                </a:rPr>
                <a:t>bỏ</a:t>
              </a:r>
              <a:r>
                <a:rPr lang="en-US" sz="1862" b="0" i="0" u="none" strike="noStrike" cap="none" dirty="0">
                  <a:solidFill>
                    <a:srgbClr val="334155"/>
                  </a:solidFill>
                  <a:latin typeface="Merriweather" panose="00000500000000000000" pitchFamily="2" charset="0"/>
                  <a:ea typeface="DM Sans"/>
                  <a:cs typeface="DM Sans"/>
                  <a:sym typeface="DM Sans"/>
                </a:rPr>
                <a:t> </a:t>
              </a:r>
              <a:r>
                <a:rPr lang="en-US" sz="1862" b="0" i="0" u="none" strike="noStrike" cap="none" dirty="0" err="1">
                  <a:solidFill>
                    <a:srgbClr val="334155"/>
                  </a:solidFill>
                  <a:latin typeface="Merriweather" panose="00000500000000000000" pitchFamily="2" charset="0"/>
                  <a:ea typeface="DM Sans"/>
                  <a:cs typeface="DM Sans"/>
                  <a:sym typeface="DM Sans"/>
                </a:rPr>
                <a:t>hiện</a:t>
              </a:r>
              <a:r>
                <a:rPr lang="en-US" sz="1862" b="0" i="0" u="none" strike="noStrike" cap="none" dirty="0">
                  <a:solidFill>
                    <a:srgbClr val="334155"/>
                  </a:solidFill>
                  <a:latin typeface="Merriweather" panose="00000500000000000000" pitchFamily="2" charset="0"/>
                  <a:ea typeface="DM Sans"/>
                  <a:cs typeface="DM Sans"/>
                  <a:sym typeface="DM Sans"/>
                </a:rPr>
                <a:t> </a:t>
              </a:r>
              <a:r>
                <a:rPr lang="en-US" sz="1862" b="0" i="0" u="none" strike="noStrike" cap="none" dirty="0" err="1">
                  <a:solidFill>
                    <a:srgbClr val="334155"/>
                  </a:solidFill>
                  <a:latin typeface="Merriweather" panose="00000500000000000000" pitchFamily="2" charset="0"/>
                  <a:ea typeface="DM Sans"/>
                  <a:cs typeface="DM Sans"/>
                  <a:sym typeface="DM Sans"/>
                </a:rPr>
                <a:t>tượng</a:t>
              </a:r>
              <a:r>
                <a:rPr lang="en-US" sz="1862" b="0" i="0" u="none" strike="noStrike" cap="none" dirty="0">
                  <a:solidFill>
                    <a:srgbClr val="334155"/>
                  </a:solidFill>
                  <a:latin typeface="Merriweather" panose="00000500000000000000" pitchFamily="2" charset="0"/>
                  <a:ea typeface="DM Sans"/>
                  <a:cs typeface="DM Sans"/>
                  <a:sym typeface="DM Sans"/>
                </a:rPr>
                <a:t> </a:t>
              </a:r>
              <a:r>
                <a:rPr lang="en-US" sz="1862" b="0" i="0" u="none" strike="noStrike" cap="none" dirty="0" err="1">
                  <a:solidFill>
                    <a:srgbClr val="334155"/>
                  </a:solidFill>
                  <a:latin typeface="Merriweather" panose="00000500000000000000" pitchFamily="2" charset="0"/>
                  <a:ea typeface="DM Sans"/>
                  <a:cs typeface="DM Sans"/>
                  <a:sym typeface="DM Sans"/>
                </a:rPr>
                <a:t>giả</a:t>
              </a:r>
              <a:r>
                <a:rPr lang="en-US" sz="1862" b="0" i="0" u="none" strike="noStrike" cap="none" dirty="0">
                  <a:solidFill>
                    <a:srgbClr val="334155"/>
                  </a:solidFill>
                  <a:latin typeface="Merriweather" panose="00000500000000000000" pitchFamily="2" charset="0"/>
                  <a:ea typeface="DM Sans"/>
                  <a:cs typeface="DM Sans"/>
                  <a:sym typeface="DM Sans"/>
                </a:rPr>
                <a:t> </a:t>
              </a:r>
              <a:r>
                <a:rPr lang="en-US" sz="1862" b="0" i="0" u="none" strike="noStrike" cap="none" dirty="0" err="1">
                  <a:solidFill>
                    <a:srgbClr val="334155"/>
                  </a:solidFill>
                  <a:latin typeface="Merriweather" panose="00000500000000000000" pitchFamily="2" charset="0"/>
                  <a:ea typeface="DM Sans"/>
                  <a:cs typeface="DM Sans"/>
                  <a:sym typeface="DM Sans"/>
                </a:rPr>
                <a:t>tạo</a:t>
              </a:r>
              <a:r>
                <a:rPr lang="en-US" sz="1862" b="0" i="0" u="none" strike="noStrike" cap="none" dirty="0">
                  <a:solidFill>
                    <a:srgbClr val="334155"/>
                  </a:solidFill>
                  <a:latin typeface="Merriweather" panose="00000500000000000000" pitchFamily="2" charset="0"/>
                  <a:ea typeface="DM Sans"/>
                  <a:cs typeface="DM Sans"/>
                  <a:sym typeface="DM Sans"/>
                </a:rPr>
                <a:t>.</a:t>
              </a:r>
              <a:endParaRPr sz="1738" dirty="0">
                <a:latin typeface="Merriweather" panose="00000500000000000000" pitchFamily="2" charset="0"/>
              </a:endParaRPr>
            </a:p>
          </p:txBody>
        </p:sp>
      </p:grpSp>
      <p:grpSp>
        <p:nvGrpSpPr>
          <p:cNvPr id="216" name="Google Shape;216;p24"/>
          <p:cNvGrpSpPr/>
          <p:nvPr/>
        </p:nvGrpSpPr>
        <p:grpSpPr>
          <a:xfrm>
            <a:off x="7569582" y="3531301"/>
            <a:ext cx="4226623" cy="2427478"/>
            <a:chOff x="8128099" y="3414712"/>
            <a:chExt cx="3302049" cy="1896467"/>
          </a:xfrm>
        </p:grpSpPr>
        <p:pic>
          <p:nvPicPr>
            <p:cNvPr id="217" name="Google Shape;217;p24" descr="image.png"/>
            <p:cNvPicPr preferRelativeResize="0"/>
            <p:nvPr/>
          </p:nvPicPr>
          <p:blipFill rotWithShape="1">
            <a:blip r:embed="rId6">
              <a:alphaModFix/>
            </a:blip>
            <a:srcRect/>
            <a:stretch/>
          </p:blipFill>
          <p:spPr>
            <a:xfrm>
              <a:off x="8128099" y="3414712"/>
              <a:ext cx="3302049" cy="1533525"/>
            </a:xfrm>
            <a:prstGeom prst="rect">
              <a:avLst/>
            </a:prstGeom>
            <a:noFill/>
            <a:ln>
              <a:noFill/>
            </a:ln>
          </p:spPr>
        </p:pic>
        <p:sp>
          <p:nvSpPr>
            <p:cNvPr id="218" name="Google Shape;218;p24"/>
            <p:cNvSpPr txBox="1"/>
            <p:nvPr/>
          </p:nvSpPr>
          <p:spPr>
            <a:xfrm>
              <a:off x="8255524" y="3545887"/>
              <a:ext cx="3047100" cy="216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797" b="1" i="0" u="none" strike="noStrike" cap="none">
                  <a:solidFill>
                    <a:srgbClr val="003366"/>
                  </a:solidFill>
                  <a:latin typeface="Merriweather" panose="00000500000000000000" pitchFamily="2" charset="0"/>
                  <a:ea typeface="Merriweather"/>
                  <a:cs typeface="Merriweather"/>
                  <a:sym typeface="Merriweather"/>
                </a:rPr>
                <a:t>GĐ 3: Thực tiễn kiểm chứng</a:t>
              </a:r>
              <a:endParaRPr sz="1792">
                <a:latin typeface="Merriweather" panose="00000500000000000000" pitchFamily="2" charset="0"/>
              </a:endParaRPr>
            </a:p>
          </p:txBody>
        </p:sp>
        <p:sp>
          <p:nvSpPr>
            <p:cNvPr id="219" name="Google Shape;219;p24"/>
            <p:cNvSpPr txBox="1"/>
            <p:nvPr/>
          </p:nvSpPr>
          <p:spPr>
            <a:xfrm>
              <a:off x="8328124" y="3833812"/>
              <a:ext cx="2901900" cy="1477367"/>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920" b="0" i="0" u="none" strike="noStrike" cap="none">
                  <a:solidFill>
                    <a:srgbClr val="334155"/>
                  </a:solidFill>
                  <a:latin typeface="Merriweather" panose="00000500000000000000" pitchFamily="2" charset="0"/>
                  <a:ea typeface="DM Sans"/>
                  <a:cs typeface="DM Sans"/>
                  <a:sym typeface="DM Sans"/>
                </a:rPr>
                <a:t>Chốt chặn cuối cùng: "Chạy thử", test thực tế. Thực tiễn sẽ đập tan mọi ảo tưởng cảm tính.</a:t>
              </a:r>
              <a:endParaRPr sz="1792">
                <a:latin typeface="Merriweather" panose="00000500000000000000" pitchFamily="2" charset="0"/>
              </a:endParaRPr>
            </a:p>
          </p:txBody>
        </p:sp>
      </p:grpSp>
      <p:sp>
        <p:nvSpPr>
          <p:cNvPr id="2" name="Google Shape;195;p23">
            <a:extLst>
              <a:ext uri="{FF2B5EF4-FFF2-40B4-BE49-F238E27FC236}">
                <a16:creationId xmlns:a16="http://schemas.microsoft.com/office/drawing/2014/main" id="{6D8EF496-8DB1-EB65-2D0E-2A034E89406E}"/>
              </a:ext>
            </a:extLst>
          </p:cNvPr>
          <p:cNvSpPr txBox="1"/>
          <p:nvPr/>
        </p:nvSpPr>
        <p:spPr>
          <a:xfrm>
            <a:off x="3115350" y="10910837"/>
            <a:ext cx="7200900" cy="101566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br>
              <a:rPr lang="en-US" sz="1800" b="0" i="0" u="none" strike="noStrike" cap="none" dirty="0">
                <a:solidFill>
                  <a:schemeClr val="dk1"/>
                </a:solidFill>
                <a:latin typeface="Calibri"/>
                <a:ea typeface="Calibri"/>
                <a:cs typeface="Calibri"/>
                <a:sym typeface="Calibri"/>
              </a:rPr>
            </a:br>
            <a:r>
              <a:rPr lang="en-US" sz="4800" b="1" i="0" u="none" strike="noStrike" cap="none" dirty="0">
                <a:solidFill>
                  <a:srgbClr val="003366"/>
                </a:solidFill>
                <a:latin typeface="Merriweather"/>
                <a:ea typeface="Merriweather"/>
                <a:cs typeface="Merriweather"/>
                <a:sym typeface="Merriweather"/>
              </a:rPr>
              <a:t> </a:t>
            </a:r>
            <a:r>
              <a:rPr lang="en-US" sz="4800" b="1" i="0" u="none" strike="noStrike" cap="none" dirty="0" err="1">
                <a:solidFill>
                  <a:srgbClr val="003366"/>
                </a:solidFill>
                <a:latin typeface="Merriweather"/>
                <a:ea typeface="Merriweather"/>
                <a:cs typeface="Merriweather"/>
                <a:sym typeface="Merriweather"/>
              </a:rPr>
              <a:t>Kỷ</a:t>
            </a:r>
            <a:r>
              <a:rPr lang="en-US" sz="4800" b="1" i="0" u="none" strike="noStrike" cap="none" dirty="0">
                <a:solidFill>
                  <a:srgbClr val="003366"/>
                </a:solidFill>
                <a:latin typeface="Merriweather"/>
                <a:ea typeface="Merriweather"/>
                <a:cs typeface="Merriweather"/>
                <a:sym typeface="Merriweather"/>
              </a:rPr>
              <a:t> </a:t>
            </a:r>
            <a:r>
              <a:rPr lang="en-US" sz="4800" b="1" i="0" u="none" strike="noStrike" cap="none" dirty="0" err="1">
                <a:solidFill>
                  <a:srgbClr val="003366"/>
                </a:solidFill>
                <a:latin typeface="Merriweather"/>
                <a:ea typeface="Merriweather"/>
                <a:cs typeface="Merriweather"/>
                <a:sym typeface="Merriweather"/>
              </a:rPr>
              <a:t>nguyên</a:t>
            </a:r>
            <a:r>
              <a:rPr lang="en-US" sz="4800" b="1" i="0" u="none" strike="noStrike" cap="none" dirty="0">
                <a:solidFill>
                  <a:srgbClr val="003366"/>
                </a:solidFill>
                <a:latin typeface="Merriweather"/>
                <a:ea typeface="Merriweather"/>
                <a:cs typeface="Merriweather"/>
                <a:sym typeface="Merriweather"/>
              </a:rPr>
              <a:t> </a:t>
            </a:r>
            <a:r>
              <a:rPr lang="en-US" sz="4800" b="1" i="0" u="none" strike="noStrike" cap="none" dirty="0" err="1">
                <a:solidFill>
                  <a:srgbClr val="003366"/>
                </a:solidFill>
                <a:latin typeface="Merriweather"/>
                <a:ea typeface="Merriweather"/>
                <a:cs typeface="Merriweather"/>
                <a:sym typeface="Merriweather"/>
              </a:rPr>
              <a:t>số</a:t>
            </a:r>
            <a:endParaRPr dirty="0"/>
          </a:p>
        </p:txBody>
      </p:sp>
      <p:sp>
        <p:nvSpPr>
          <p:cNvPr id="3" name="Google Shape;195;p23">
            <a:extLst>
              <a:ext uri="{FF2B5EF4-FFF2-40B4-BE49-F238E27FC236}">
                <a16:creationId xmlns:a16="http://schemas.microsoft.com/office/drawing/2014/main" id="{7B60E94C-8C49-AED1-31B0-F79D8C1796DE}"/>
              </a:ext>
            </a:extLst>
          </p:cNvPr>
          <p:cNvSpPr txBox="1"/>
          <p:nvPr/>
        </p:nvSpPr>
        <p:spPr>
          <a:xfrm>
            <a:off x="-8395776" y="3013453"/>
            <a:ext cx="7200900" cy="95410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800" b="1" i="0" u="none" strike="noStrike" cap="none" dirty="0" err="1">
                <a:solidFill>
                  <a:srgbClr val="003366"/>
                </a:solidFill>
                <a:latin typeface="Merriweather"/>
                <a:ea typeface="Merriweather"/>
                <a:cs typeface="Merriweather"/>
                <a:sym typeface="Merriweather"/>
              </a:rPr>
              <a:t>Xác</a:t>
            </a:r>
            <a:r>
              <a:rPr lang="en-US" sz="4800" b="1" i="0" u="none" strike="noStrike" cap="none" dirty="0">
                <a:solidFill>
                  <a:srgbClr val="003366"/>
                </a:solidFill>
                <a:latin typeface="Merriweather"/>
                <a:ea typeface="Merriweather"/>
                <a:cs typeface="Merriweather"/>
                <a:sym typeface="Merriweather"/>
              </a:rPr>
              <a:t> </a:t>
            </a:r>
            <a:r>
              <a:rPr lang="en-US" sz="4800" b="1" i="0" u="none" strike="noStrike" cap="none" dirty="0" err="1">
                <a:solidFill>
                  <a:srgbClr val="003366"/>
                </a:solidFill>
                <a:latin typeface="Merriweather"/>
                <a:ea typeface="Merriweather"/>
                <a:cs typeface="Merriweather"/>
                <a:sym typeface="Merriweather"/>
              </a:rPr>
              <a:t>định</a:t>
            </a:r>
            <a:r>
              <a:rPr lang="en-US" sz="4800" b="1" i="0" u="none" strike="noStrike" cap="none" dirty="0">
                <a:solidFill>
                  <a:srgbClr val="003366"/>
                </a:solidFill>
                <a:latin typeface="Merriweather"/>
                <a:ea typeface="Merriweather"/>
                <a:cs typeface="Merriweather"/>
                <a:sym typeface="Merriweather"/>
              </a:rPr>
              <a:t> </a:t>
            </a:r>
            <a:r>
              <a:rPr lang="en-US" sz="4800" b="1" i="0" u="none" strike="noStrike" cap="none" dirty="0" err="1">
                <a:solidFill>
                  <a:srgbClr val="003366"/>
                </a:solidFill>
                <a:latin typeface="Merriweather"/>
                <a:ea typeface="Merriweather"/>
                <a:cs typeface="Merriweather"/>
                <a:sym typeface="Merriweather"/>
              </a:rPr>
              <a:t>Chân</a:t>
            </a:r>
            <a:r>
              <a:rPr lang="en-US" sz="4800" b="1" i="0" u="none" strike="noStrike" cap="none" dirty="0">
                <a:solidFill>
                  <a:srgbClr val="003366"/>
                </a:solidFill>
                <a:latin typeface="Merriweather"/>
                <a:ea typeface="Merriweather"/>
                <a:cs typeface="Merriweather"/>
                <a:sym typeface="Merriweather"/>
              </a:rPr>
              <a:t> </a:t>
            </a:r>
            <a:r>
              <a:rPr lang="en-US" sz="4800" b="1" i="0" u="none" strike="noStrike" cap="none" dirty="0" err="1">
                <a:solidFill>
                  <a:srgbClr val="003366"/>
                </a:solidFill>
                <a:latin typeface="Merriweather"/>
                <a:ea typeface="Merriweather"/>
                <a:cs typeface="Merriweather"/>
                <a:sym typeface="Merriweather"/>
              </a:rPr>
              <a:t>lý</a:t>
            </a:r>
            <a:r>
              <a:rPr lang="en-US" sz="4800" b="1" i="0" u="none" strike="noStrike" cap="none" dirty="0">
                <a:solidFill>
                  <a:srgbClr val="003366"/>
                </a:solidFill>
                <a:latin typeface="Merriweather"/>
                <a:ea typeface="Merriweather"/>
                <a:cs typeface="Merriweather"/>
                <a:sym typeface="Merriweather"/>
              </a:rPr>
              <a:t> </a:t>
            </a:r>
            <a:r>
              <a:rPr lang="en-US" sz="4800" b="1" i="0" u="none" strike="noStrike" cap="none" dirty="0" err="1">
                <a:solidFill>
                  <a:srgbClr val="003366"/>
                </a:solidFill>
                <a:latin typeface="Merriweather"/>
                <a:ea typeface="Merriweather"/>
                <a:cs typeface="Merriweather"/>
                <a:sym typeface="Merriweather"/>
              </a:rPr>
              <a:t>trong</a:t>
            </a:r>
            <a:br>
              <a:rPr lang="en-US" sz="1800" b="0" i="0" u="none" strike="noStrike" cap="none" dirty="0">
                <a:solidFill>
                  <a:schemeClr val="dk1"/>
                </a:solidFill>
                <a:latin typeface="Calibri"/>
                <a:ea typeface="Calibri"/>
                <a:cs typeface="Calibri"/>
                <a:sym typeface="Calibri"/>
              </a:rPr>
            </a:br>
            <a:endParaRPr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9E5"/>
        </a:solidFill>
        <a:effectLst/>
      </p:bgPr>
    </p:bg>
    <p:spTree>
      <p:nvGrpSpPr>
        <p:cNvPr id="1" name="Shape 223"/>
        <p:cNvGrpSpPr/>
        <p:nvPr/>
      </p:nvGrpSpPr>
      <p:grpSpPr>
        <a:xfrm>
          <a:off x="0" y="0"/>
          <a:ext cx="0" cy="0"/>
          <a:chOff x="0" y="0"/>
          <a:chExt cx="0" cy="0"/>
        </a:xfrm>
      </p:grpSpPr>
      <p:pic>
        <p:nvPicPr>
          <p:cNvPr id="224" name="Google Shape;224;p25"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31" name="Google Shape;231;p25"/>
          <p:cNvSpPr txBox="1"/>
          <p:nvPr/>
        </p:nvSpPr>
        <p:spPr>
          <a:xfrm>
            <a:off x="762000" y="571500"/>
            <a:ext cx="11401425"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dirty="0" err="1">
                <a:solidFill>
                  <a:srgbClr val="003366"/>
                </a:solidFill>
                <a:latin typeface="Merriweather" panose="00000500000000000000" pitchFamily="2" charset="0"/>
                <a:ea typeface="Merriweather"/>
                <a:cs typeface="Merriweather"/>
                <a:sym typeface="Merriweather"/>
              </a:rPr>
              <a:t>Bài</a:t>
            </a:r>
            <a:r>
              <a:rPr lang="en-US" sz="3600" b="1" i="0" u="none" strike="noStrike" cap="none" dirty="0">
                <a:solidFill>
                  <a:srgbClr val="003366"/>
                </a:solidFill>
                <a:latin typeface="Merriweather" panose="00000500000000000000" pitchFamily="2" charset="0"/>
                <a:ea typeface="Merriweather"/>
                <a:cs typeface="Merriweather"/>
                <a:sym typeface="Merriweather"/>
              </a:rPr>
              <a:t> </a:t>
            </a:r>
            <a:r>
              <a:rPr lang="en-US" sz="3600" b="1" i="0" u="none" strike="noStrike" cap="none" dirty="0" err="1">
                <a:solidFill>
                  <a:srgbClr val="003366"/>
                </a:solidFill>
                <a:latin typeface="Merriweather" panose="00000500000000000000" pitchFamily="2" charset="0"/>
                <a:ea typeface="Merriweather"/>
                <a:cs typeface="Merriweather"/>
                <a:sym typeface="Merriweather"/>
              </a:rPr>
              <a:t>học</a:t>
            </a:r>
            <a:r>
              <a:rPr lang="en-US" sz="3600" b="1" i="0" u="none" strike="noStrike" cap="none" dirty="0">
                <a:solidFill>
                  <a:srgbClr val="003366"/>
                </a:solidFill>
                <a:latin typeface="Merriweather" panose="00000500000000000000" pitchFamily="2" charset="0"/>
                <a:ea typeface="Merriweather"/>
                <a:cs typeface="Merriweather"/>
                <a:sym typeface="Merriweather"/>
              </a:rPr>
              <a:t> &amp; </a:t>
            </a:r>
            <a:r>
              <a:rPr lang="en-US" sz="3600" b="1" i="0" u="none" strike="noStrike" cap="none" dirty="0" err="1">
                <a:solidFill>
                  <a:srgbClr val="003366"/>
                </a:solidFill>
                <a:latin typeface="Merriweather" panose="00000500000000000000" pitchFamily="2" charset="0"/>
                <a:ea typeface="Merriweather"/>
                <a:cs typeface="Merriweather"/>
                <a:sym typeface="Merriweather"/>
              </a:rPr>
              <a:t>Giải</a:t>
            </a:r>
            <a:r>
              <a:rPr lang="en-US" sz="3600" b="1" i="0" u="none" strike="noStrike" cap="none" dirty="0">
                <a:solidFill>
                  <a:srgbClr val="003366"/>
                </a:solidFill>
                <a:latin typeface="Merriweather" panose="00000500000000000000" pitchFamily="2" charset="0"/>
                <a:ea typeface="Merriweather"/>
                <a:cs typeface="Merriweather"/>
                <a:sym typeface="Merriweather"/>
              </a:rPr>
              <a:t> </a:t>
            </a:r>
            <a:r>
              <a:rPr lang="en-US" sz="3600" b="1" i="0" u="none" strike="noStrike" cap="none" dirty="0" err="1">
                <a:solidFill>
                  <a:srgbClr val="003366"/>
                </a:solidFill>
                <a:latin typeface="Merriweather" panose="00000500000000000000" pitchFamily="2" charset="0"/>
                <a:ea typeface="Merriweather"/>
                <a:cs typeface="Merriweather"/>
                <a:sym typeface="Merriweather"/>
              </a:rPr>
              <a:t>pháp</a:t>
            </a:r>
            <a:r>
              <a:rPr lang="en-US" sz="3600" b="1" i="0" u="none" strike="noStrike" cap="none" dirty="0">
                <a:solidFill>
                  <a:srgbClr val="003366"/>
                </a:solidFill>
                <a:latin typeface="Merriweather" panose="00000500000000000000" pitchFamily="2" charset="0"/>
                <a:ea typeface="Merriweather"/>
                <a:cs typeface="Merriweather"/>
                <a:sym typeface="Merriweather"/>
              </a:rPr>
              <a:t> </a:t>
            </a:r>
            <a:r>
              <a:rPr lang="en-US" sz="3600" b="1" i="0" u="none" strike="noStrike" cap="none" dirty="0" err="1">
                <a:solidFill>
                  <a:srgbClr val="003366"/>
                </a:solidFill>
                <a:latin typeface="Merriweather" panose="00000500000000000000" pitchFamily="2" charset="0"/>
                <a:ea typeface="Merriweather"/>
                <a:cs typeface="Merriweather"/>
                <a:sym typeface="Merriweather"/>
              </a:rPr>
              <a:t>hành</a:t>
            </a:r>
            <a:r>
              <a:rPr lang="en-US" sz="3600" b="1" i="0" u="none" strike="noStrike" cap="none" dirty="0">
                <a:solidFill>
                  <a:srgbClr val="003366"/>
                </a:solidFill>
                <a:latin typeface="Merriweather" panose="00000500000000000000" pitchFamily="2" charset="0"/>
                <a:ea typeface="Merriweather"/>
                <a:cs typeface="Merriweather"/>
                <a:sym typeface="Merriweather"/>
              </a:rPr>
              <a:t> </a:t>
            </a:r>
            <a:r>
              <a:rPr lang="en-US" sz="3600" b="1" i="0" u="none" strike="noStrike" cap="none" dirty="0" err="1">
                <a:solidFill>
                  <a:srgbClr val="003366"/>
                </a:solidFill>
                <a:latin typeface="Merriweather" panose="00000500000000000000" pitchFamily="2" charset="0"/>
                <a:ea typeface="Merriweather"/>
                <a:cs typeface="Merriweather"/>
                <a:sym typeface="Merriweather"/>
              </a:rPr>
              <a:t>động</a:t>
            </a:r>
            <a:endParaRPr dirty="0">
              <a:latin typeface="Merriweather" panose="00000500000000000000" pitchFamily="2" charset="0"/>
            </a:endParaRPr>
          </a:p>
        </p:txBody>
      </p:sp>
      <p:sp>
        <p:nvSpPr>
          <p:cNvPr id="232" name="Google Shape;232;p25"/>
          <p:cNvSpPr/>
          <p:nvPr/>
        </p:nvSpPr>
        <p:spPr>
          <a:xfrm>
            <a:off x="571500" y="571500"/>
            <a:ext cx="76200" cy="523875"/>
          </a:xfrm>
          <a:prstGeom prst="rect">
            <a:avLst/>
          </a:prstGeom>
          <a:solidFill>
            <a:srgbClr val="D4AF3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erriweather" panose="00000500000000000000" pitchFamily="2" charset="0"/>
              <a:ea typeface="Calibri"/>
              <a:cs typeface="Calibri"/>
              <a:sym typeface="Calibri"/>
            </a:endParaRPr>
          </a:p>
        </p:txBody>
      </p:sp>
      <p:pic>
        <p:nvPicPr>
          <p:cNvPr id="225" name="Google Shape;225;p25" descr="image.png"/>
          <p:cNvPicPr preferRelativeResize="0"/>
          <p:nvPr/>
        </p:nvPicPr>
        <p:blipFill rotWithShape="1">
          <a:blip r:embed="rId4">
            <a:alphaModFix/>
          </a:blip>
          <a:srcRect/>
          <a:stretch/>
        </p:blipFill>
        <p:spPr>
          <a:xfrm>
            <a:off x="571500" y="2519362"/>
            <a:ext cx="3492549" cy="2724150"/>
          </a:xfrm>
          <a:prstGeom prst="rect">
            <a:avLst/>
          </a:prstGeom>
          <a:noFill/>
          <a:ln>
            <a:noFill/>
          </a:ln>
        </p:spPr>
      </p:pic>
      <p:pic>
        <p:nvPicPr>
          <p:cNvPr id="228" name="Google Shape;228;p25" descr="image.png"/>
          <p:cNvPicPr preferRelativeResize="0"/>
          <p:nvPr/>
        </p:nvPicPr>
        <p:blipFill rotWithShape="1">
          <a:blip r:embed="rId5">
            <a:alphaModFix/>
          </a:blip>
          <a:srcRect/>
          <a:stretch/>
        </p:blipFill>
        <p:spPr>
          <a:xfrm>
            <a:off x="2132559" y="2644712"/>
            <a:ext cx="370582" cy="476250"/>
          </a:xfrm>
          <a:prstGeom prst="rect">
            <a:avLst/>
          </a:prstGeom>
          <a:noFill/>
          <a:ln>
            <a:noFill/>
          </a:ln>
        </p:spPr>
      </p:pic>
      <p:sp>
        <p:nvSpPr>
          <p:cNvPr id="233" name="Google Shape;233;p25"/>
          <p:cNvSpPr txBox="1"/>
          <p:nvPr/>
        </p:nvSpPr>
        <p:spPr>
          <a:xfrm>
            <a:off x="784223" y="3324237"/>
            <a:ext cx="3067200" cy="216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404" b="1" i="0" u="none" strike="noStrike" cap="none">
                <a:solidFill>
                  <a:srgbClr val="003366"/>
                </a:solidFill>
                <a:latin typeface="Merriweather" panose="00000500000000000000" pitchFamily="2" charset="0"/>
                <a:ea typeface="Merriweather"/>
                <a:cs typeface="Merriweather"/>
                <a:sym typeface="Merriweather"/>
              </a:rPr>
              <a:t>Tránh bẫy Số đông</a:t>
            </a:r>
            <a:endParaRPr>
              <a:latin typeface="Merriweather" panose="00000500000000000000" pitchFamily="2" charset="0"/>
            </a:endParaRPr>
          </a:p>
        </p:txBody>
      </p:sp>
      <p:sp>
        <p:nvSpPr>
          <p:cNvPr id="234" name="Google Shape;234;p25"/>
          <p:cNvSpPr txBox="1"/>
          <p:nvPr/>
        </p:nvSpPr>
        <p:spPr>
          <a:xfrm>
            <a:off x="748850" y="3806200"/>
            <a:ext cx="3138000" cy="1107996"/>
          </a:xfrm>
          <a:prstGeom prst="rect">
            <a:avLst/>
          </a:prstGeom>
          <a:noFill/>
          <a:ln>
            <a:noFill/>
          </a:ln>
        </p:spPr>
        <p:txBody>
          <a:bodyPr spcFirstLastPara="1" wrap="square" lIns="0" tIns="0" rIns="0" bIns="0" anchor="t" anchorCtr="0">
            <a:spAutoFit/>
          </a:bodyPr>
          <a:lstStyle/>
          <a:p>
            <a:pPr marL="0" marR="0" lvl="0" indent="0" algn="just" rtl="0">
              <a:lnSpc>
                <a:spcPct val="160000"/>
              </a:lnSpc>
              <a:spcBef>
                <a:spcPts val="0"/>
              </a:spcBef>
              <a:spcAft>
                <a:spcPts val="0"/>
              </a:spcAft>
              <a:buNone/>
            </a:pPr>
            <a:r>
              <a:rPr lang="en-US" sz="1500" b="0" i="0" u="none" strike="noStrike" cap="none" dirty="0" err="1">
                <a:solidFill>
                  <a:srgbClr val="334155"/>
                </a:solidFill>
                <a:latin typeface="Merriweather" panose="00000500000000000000" pitchFamily="2" charset="0"/>
                <a:ea typeface="DM Sans"/>
                <a:cs typeface="DM Sans"/>
                <a:sym typeface="DM Sans"/>
              </a:rPr>
              <a:t>Chân</a:t>
            </a:r>
            <a:r>
              <a:rPr lang="en-US" sz="1500" b="0" i="0" u="none" strike="noStrike" cap="none" dirty="0">
                <a:solidFill>
                  <a:srgbClr val="334155"/>
                </a:solidFill>
                <a:latin typeface="Merriweather" panose="00000500000000000000" pitchFamily="2" charset="0"/>
                <a:ea typeface="DM Sans"/>
                <a:cs typeface="DM Sans"/>
                <a:sym typeface="DM Sans"/>
              </a:rPr>
              <a:t> </a:t>
            </a:r>
            <a:r>
              <a:rPr lang="en-US" sz="1500" b="0" i="0" u="none" strike="noStrike" cap="none" dirty="0" err="1">
                <a:solidFill>
                  <a:srgbClr val="334155"/>
                </a:solidFill>
                <a:latin typeface="Merriweather" panose="00000500000000000000" pitchFamily="2" charset="0"/>
                <a:ea typeface="DM Sans"/>
                <a:cs typeface="DM Sans"/>
                <a:sym typeface="DM Sans"/>
              </a:rPr>
              <a:t>lý</a:t>
            </a:r>
            <a:r>
              <a:rPr lang="en-US" sz="1500" b="0" i="0" u="none" strike="noStrike" cap="none" dirty="0">
                <a:solidFill>
                  <a:srgbClr val="334155"/>
                </a:solidFill>
                <a:latin typeface="Merriweather" panose="00000500000000000000" pitchFamily="2" charset="0"/>
                <a:ea typeface="DM Sans"/>
                <a:cs typeface="DM Sans"/>
                <a:sym typeface="DM Sans"/>
              </a:rPr>
              <a:t> </a:t>
            </a:r>
            <a:r>
              <a:rPr lang="en-US" sz="1500" b="0" i="0" u="none" strike="noStrike" cap="none" dirty="0" err="1">
                <a:solidFill>
                  <a:srgbClr val="334155"/>
                </a:solidFill>
                <a:latin typeface="Merriweather" panose="00000500000000000000" pitchFamily="2" charset="0"/>
                <a:ea typeface="DM Sans"/>
                <a:cs typeface="DM Sans"/>
                <a:sym typeface="DM Sans"/>
              </a:rPr>
              <a:t>không</a:t>
            </a:r>
            <a:r>
              <a:rPr lang="en-US" sz="1500" b="0" i="0" u="none" strike="noStrike" cap="none" dirty="0">
                <a:solidFill>
                  <a:srgbClr val="334155"/>
                </a:solidFill>
                <a:latin typeface="Merriweather" panose="00000500000000000000" pitchFamily="2" charset="0"/>
                <a:ea typeface="DM Sans"/>
                <a:cs typeface="DM Sans"/>
                <a:sym typeface="DM Sans"/>
              </a:rPr>
              <a:t> </a:t>
            </a:r>
            <a:r>
              <a:rPr lang="en-US" sz="1500" b="0" i="0" u="none" strike="noStrike" cap="none" dirty="0" err="1">
                <a:solidFill>
                  <a:srgbClr val="334155"/>
                </a:solidFill>
                <a:latin typeface="Merriweather" panose="00000500000000000000" pitchFamily="2" charset="0"/>
                <a:ea typeface="DM Sans"/>
                <a:cs typeface="DM Sans"/>
                <a:sym typeface="DM Sans"/>
              </a:rPr>
              <a:t>phụ</a:t>
            </a:r>
            <a:r>
              <a:rPr lang="en-US" sz="1500" b="0" i="0" u="none" strike="noStrike" cap="none" dirty="0">
                <a:solidFill>
                  <a:srgbClr val="334155"/>
                </a:solidFill>
                <a:latin typeface="Merriweather" panose="00000500000000000000" pitchFamily="2" charset="0"/>
                <a:ea typeface="DM Sans"/>
                <a:cs typeface="DM Sans"/>
                <a:sym typeface="DM Sans"/>
              </a:rPr>
              <a:t> </a:t>
            </a:r>
            <a:r>
              <a:rPr lang="en-US" sz="1500" b="0" i="0" u="none" strike="noStrike" cap="none" dirty="0" err="1">
                <a:solidFill>
                  <a:srgbClr val="334155"/>
                </a:solidFill>
                <a:latin typeface="Merriweather" panose="00000500000000000000" pitchFamily="2" charset="0"/>
                <a:ea typeface="DM Sans"/>
                <a:cs typeface="DM Sans"/>
                <a:sym typeface="DM Sans"/>
              </a:rPr>
              <a:t>thuộc</a:t>
            </a:r>
            <a:r>
              <a:rPr lang="en-US" sz="1500" b="0" i="0" u="none" strike="noStrike" cap="none" dirty="0">
                <a:solidFill>
                  <a:srgbClr val="334155"/>
                </a:solidFill>
                <a:latin typeface="Merriweather" panose="00000500000000000000" pitchFamily="2" charset="0"/>
                <a:ea typeface="DM Sans"/>
                <a:cs typeface="DM Sans"/>
                <a:sym typeface="DM Sans"/>
              </a:rPr>
              <a:t> </a:t>
            </a:r>
            <a:r>
              <a:rPr lang="en-US" sz="1500" b="0" i="0" u="none" strike="noStrike" cap="none" dirty="0" err="1">
                <a:solidFill>
                  <a:srgbClr val="334155"/>
                </a:solidFill>
                <a:latin typeface="Merriweather" panose="00000500000000000000" pitchFamily="2" charset="0"/>
                <a:ea typeface="DM Sans"/>
                <a:cs typeface="DM Sans"/>
                <a:sym typeface="DM Sans"/>
              </a:rPr>
              <a:t>vào</a:t>
            </a:r>
            <a:r>
              <a:rPr lang="en-US" sz="1500" b="0" i="0" u="none" strike="noStrike" cap="none" dirty="0">
                <a:solidFill>
                  <a:srgbClr val="334155"/>
                </a:solidFill>
                <a:latin typeface="Merriweather" panose="00000500000000000000" pitchFamily="2" charset="0"/>
                <a:ea typeface="DM Sans"/>
                <a:cs typeface="DM Sans"/>
                <a:sym typeface="DM Sans"/>
              </a:rPr>
              <a:t> </a:t>
            </a:r>
            <a:r>
              <a:rPr lang="en-US" sz="1500" b="0" i="0" u="none" strike="noStrike" cap="none" dirty="0" err="1">
                <a:solidFill>
                  <a:srgbClr val="334155"/>
                </a:solidFill>
                <a:latin typeface="Merriweather" panose="00000500000000000000" pitchFamily="2" charset="0"/>
                <a:ea typeface="DM Sans"/>
                <a:cs typeface="DM Sans"/>
                <a:sym typeface="DM Sans"/>
              </a:rPr>
              <a:t>lượt</a:t>
            </a:r>
            <a:r>
              <a:rPr lang="en-US" sz="1500" b="0" i="0" u="none" strike="noStrike" cap="none" dirty="0">
                <a:solidFill>
                  <a:srgbClr val="334155"/>
                </a:solidFill>
                <a:latin typeface="Merriweather" panose="00000500000000000000" pitchFamily="2" charset="0"/>
                <a:ea typeface="DM Sans"/>
                <a:cs typeface="DM Sans"/>
                <a:sym typeface="DM Sans"/>
              </a:rPr>
              <a:t> chia </a:t>
            </a:r>
            <a:r>
              <a:rPr lang="en-US" sz="1500" b="0" i="0" u="none" strike="noStrike" cap="none" dirty="0" err="1">
                <a:solidFill>
                  <a:srgbClr val="334155"/>
                </a:solidFill>
                <a:latin typeface="Merriweather" panose="00000500000000000000" pitchFamily="2" charset="0"/>
                <a:ea typeface="DM Sans"/>
                <a:cs typeface="DM Sans"/>
                <a:sym typeface="DM Sans"/>
              </a:rPr>
              <a:t>sẻ</a:t>
            </a:r>
            <a:r>
              <a:rPr lang="en-US" sz="1500" b="0" i="0" u="none" strike="noStrike" cap="none" dirty="0">
                <a:solidFill>
                  <a:srgbClr val="334155"/>
                </a:solidFill>
                <a:latin typeface="Merriweather" panose="00000500000000000000" pitchFamily="2" charset="0"/>
                <a:ea typeface="DM Sans"/>
                <a:cs typeface="DM Sans"/>
                <a:sym typeface="DM Sans"/>
              </a:rPr>
              <a:t> hay </a:t>
            </a:r>
            <a:r>
              <a:rPr lang="en-US" sz="1500" b="0" i="0" u="none" strike="noStrike" cap="none" dirty="0" err="1">
                <a:solidFill>
                  <a:srgbClr val="334155"/>
                </a:solidFill>
                <a:latin typeface="Merriweather" panose="00000500000000000000" pitchFamily="2" charset="0"/>
                <a:ea typeface="DM Sans"/>
                <a:cs typeface="DM Sans"/>
                <a:sym typeface="DM Sans"/>
              </a:rPr>
              <a:t>sự</a:t>
            </a:r>
            <a:r>
              <a:rPr lang="en-US" sz="1500" b="0" i="0" u="none" strike="noStrike" cap="none" dirty="0">
                <a:solidFill>
                  <a:srgbClr val="334155"/>
                </a:solidFill>
                <a:latin typeface="Merriweather" panose="00000500000000000000" pitchFamily="2" charset="0"/>
                <a:ea typeface="DM Sans"/>
                <a:cs typeface="DM Sans"/>
                <a:sym typeface="DM Sans"/>
              </a:rPr>
              <a:t> </a:t>
            </a:r>
            <a:r>
              <a:rPr lang="en-US" sz="1500" b="0" i="0" u="none" strike="noStrike" cap="none" dirty="0" err="1">
                <a:solidFill>
                  <a:srgbClr val="334155"/>
                </a:solidFill>
                <a:latin typeface="Merriweather" panose="00000500000000000000" pitchFamily="2" charset="0"/>
                <a:ea typeface="DM Sans"/>
                <a:cs typeface="DM Sans"/>
                <a:sym typeface="DM Sans"/>
              </a:rPr>
              <a:t>quy</a:t>
            </a:r>
            <a:r>
              <a:rPr lang="en-US" sz="1500" b="0" i="0" u="none" strike="noStrike" cap="none" dirty="0">
                <a:solidFill>
                  <a:srgbClr val="334155"/>
                </a:solidFill>
                <a:latin typeface="Merriweather" panose="00000500000000000000" pitchFamily="2" charset="0"/>
                <a:ea typeface="DM Sans"/>
                <a:cs typeface="DM Sans"/>
                <a:sym typeface="DM Sans"/>
              </a:rPr>
              <a:t> </a:t>
            </a:r>
            <a:r>
              <a:rPr lang="en-US" sz="1500" b="0" i="0" u="none" strike="noStrike" cap="none" dirty="0" err="1">
                <a:solidFill>
                  <a:srgbClr val="334155"/>
                </a:solidFill>
                <a:latin typeface="Merriweather" panose="00000500000000000000" pitchFamily="2" charset="0"/>
                <a:ea typeface="DM Sans"/>
                <a:cs typeface="DM Sans"/>
                <a:sym typeface="DM Sans"/>
              </a:rPr>
              <a:t>ước</a:t>
            </a:r>
            <a:r>
              <a:rPr lang="en-US" sz="1500" b="0" i="0" u="none" strike="noStrike" cap="none" dirty="0">
                <a:solidFill>
                  <a:srgbClr val="334155"/>
                </a:solidFill>
                <a:latin typeface="Merriweather" panose="00000500000000000000" pitchFamily="2" charset="0"/>
                <a:ea typeface="DM Sans"/>
                <a:cs typeface="DM Sans"/>
                <a:sym typeface="DM Sans"/>
              </a:rPr>
              <a:t> </a:t>
            </a:r>
            <a:r>
              <a:rPr lang="en-US" sz="1500" b="0" i="0" u="none" strike="noStrike" cap="none" dirty="0" err="1">
                <a:solidFill>
                  <a:srgbClr val="334155"/>
                </a:solidFill>
                <a:latin typeface="Merriweather" panose="00000500000000000000" pitchFamily="2" charset="0"/>
                <a:ea typeface="DM Sans"/>
                <a:cs typeface="DM Sans"/>
                <a:sym typeface="DM Sans"/>
              </a:rPr>
              <a:t>của</a:t>
            </a:r>
            <a:r>
              <a:rPr lang="en-US" sz="1500" b="0" i="0" u="none" strike="noStrike" cap="none" dirty="0">
                <a:solidFill>
                  <a:srgbClr val="334155"/>
                </a:solidFill>
                <a:latin typeface="Merriweather" panose="00000500000000000000" pitchFamily="2" charset="0"/>
                <a:ea typeface="DM Sans"/>
                <a:cs typeface="DM Sans"/>
                <a:sym typeface="DM Sans"/>
              </a:rPr>
              <a:t> </a:t>
            </a:r>
            <a:r>
              <a:rPr lang="en-US" sz="1500" b="0" i="0" u="none" strike="noStrike" cap="none" dirty="0" err="1">
                <a:solidFill>
                  <a:srgbClr val="334155"/>
                </a:solidFill>
                <a:latin typeface="Merriweather" panose="00000500000000000000" pitchFamily="2" charset="0"/>
                <a:ea typeface="DM Sans"/>
                <a:cs typeface="DM Sans"/>
                <a:sym typeface="DM Sans"/>
              </a:rPr>
              <a:t>đám</a:t>
            </a:r>
            <a:r>
              <a:rPr lang="en-US" sz="1500" b="0" i="0" u="none" strike="noStrike" cap="none" dirty="0">
                <a:solidFill>
                  <a:srgbClr val="334155"/>
                </a:solidFill>
                <a:latin typeface="Merriweather" panose="00000500000000000000" pitchFamily="2" charset="0"/>
                <a:ea typeface="DM Sans"/>
                <a:cs typeface="DM Sans"/>
                <a:sym typeface="DM Sans"/>
              </a:rPr>
              <a:t> </a:t>
            </a:r>
            <a:r>
              <a:rPr lang="en-US" sz="1500" b="0" i="0" u="none" strike="noStrike" cap="none" dirty="0" err="1">
                <a:solidFill>
                  <a:srgbClr val="334155"/>
                </a:solidFill>
                <a:latin typeface="Merriweather" panose="00000500000000000000" pitchFamily="2" charset="0"/>
                <a:ea typeface="DM Sans"/>
                <a:cs typeface="DM Sans"/>
                <a:sym typeface="DM Sans"/>
              </a:rPr>
              <a:t>đông</a:t>
            </a:r>
            <a:r>
              <a:rPr lang="en-US" sz="1500" b="0" i="0" u="none" strike="noStrike" cap="none" dirty="0">
                <a:solidFill>
                  <a:srgbClr val="334155"/>
                </a:solidFill>
                <a:latin typeface="Merriweather" panose="00000500000000000000" pitchFamily="2" charset="0"/>
                <a:ea typeface="DM Sans"/>
                <a:cs typeface="DM Sans"/>
                <a:sym typeface="DM Sans"/>
              </a:rPr>
              <a:t>. </a:t>
            </a:r>
            <a:r>
              <a:rPr lang="en-US" sz="1500" b="0" i="0" u="none" strike="noStrike" cap="none" dirty="0" err="1">
                <a:solidFill>
                  <a:srgbClr val="334155"/>
                </a:solidFill>
                <a:latin typeface="Merriweather" panose="00000500000000000000" pitchFamily="2" charset="0"/>
                <a:ea typeface="DM Sans"/>
                <a:cs typeface="DM Sans"/>
                <a:sym typeface="DM Sans"/>
              </a:rPr>
              <a:t>Hãy</a:t>
            </a:r>
            <a:r>
              <a:rPr lang="en-US" sz="1500" b="0" i="0" u="none" strike="noStrike" cap="none" dirty="0">
                <a:solidFill>
                  <a:srgbClr val="334155"/>
                </a:solidFill>
                <a:latin typeface="Merriweather" panose="00000500000000000000" pitchFamily="2" charset="0"/>
                <a:ea typeface="DM Sans"/>
                <a:cs typeface="DM Sans"/>
                <a:sym typeface="DM Sans"/>
              </a:rPr>
              <a:t> </a:t>
            </a:r>
            <a:r>
              <a:rPr lang="en-US" sz="1500" b="0" i="0" u="none" strike="noStrike" cap="none" dirty="0" err="1">
                <a:solidFill>
                  <a:srgbClr val="334155"/>
                </a:solidFill>
                <a:latin typeface="Merriweather" panose="00000500000000000000" pitchFamily="2" charset="0"/>
                <a:ea typeface="DM Sans"/>
                <a:cs typeface="DM Sans"/>
                <a:sym typeface="DM Sans"/>
              </a:rPr>
              <a:t>giữ</a:t>
            </a:r>
            <a:r>
              <a:rPr lang="en-US" sz="1500" b="0" i="0" u="none" strike="noStrike" cap="none" dirty="0">
                <a:solidFill>
                  <a:srgbClr val="334155"/>
                </a:solidFill>
                <a:latin typeface="Merriweather" panose="00000500000000000000" pitchFamily="2" charset="0"/>
                <a:ea typeface="DM Sans"/>
                <a:cs typeface="DM Sans"/>
                <a:sym typeface="DM Sans"/>
              </a:rPr>
              <a:t> </a:t>
            </a:r>
            <a:r>
              <a:rPr lang="en-US" sz="1500" b="0" i="0" u="none" strike="noStrike" cap="none" dirty="0" err="1">
                <a:solidFill>
                  <a:srgbClr val="334155"/>
                </a:solidFill>
                <a:latin typeface="Merriweather" panose="00000500000000000000" pitchFamily="2" charset="0"/>
                <a:ea typeface="DM Sans"/>
                <a:cs typeface="DM Sans"/>
                <a:sym typeface="DM Sans"/>
              </a:rPr>
              <a:t>tư</a:t>
            </a:r>
            <a:r>
              <a:rPr lang="en-US" sz="1500" b="0" i="0" u="none" strike="noStrike" cap="none" dirty="0">
                <a:solidFill>
                  <a:srgbClr val="334155"/>
                </a:solidFill>
                <a:latin typeface="Merriweather" panose="00000500000000000000" pitchFamily="2" charset="0"/>
                <a:ea typeface="DM Sans"/>
                <a:cs typeface="DM Sans"/>
                <a:sym typeface="DM Sans"/>
              </a:rPr>
              <a:t> </a:t>
            </a:r>
            <a:r>
              <a:rPr lang="en-US" sz="1500" b="0" i="0" u="none" strike="noStrike" cap="none" dirty="0" err="1">
                <a:solidFill>
                  <a:srgbClr val="334155"/>
                </a:solidFill>
                <a:latin typeface="Merriweather" panose="00000500000000000000" pitchFamily="2" charset="0"/>
                <a:ea typeface="DM Sans"/>
                <a:cs typeface="DM Sans"/>
                <a:sym typeface="DM Sans"/>
              </a:rPr>
              <a:t>duy</a:t>
            </a:r>
            <a:r>
              <a:rPr lang="en-US" sz="1500" b="0" i="0" u="none" strike="noStrike" cap="none" dirty="0">
                <a:solidFill>
                  <a:srgbClr val="334155"/>
                </a:solidFill>
                <a:latin typeface="Merriweather" panose="00000500000000000000" pitchFamily="2" charset="0"/>
                <a:ea typeface="DM Sans"/>
                <a:cs typeface="DM Sans"/>
                <a:sym typeface="DM Sans"/>
              </a:rPr>
              <a:t> </a:t>
            </a:r>
            <a:r>
              <a:rPr lang="en-US" sz="1500" b="0" i="0" u="none" strike="noStrike" cap="none" dirty="0" err="1">
                <a:solidFill>
                  <a:srgbClr val="334155"/>
                </a:solidFill>
                <a:latin typeface="Merriweather" panose="00000500000000000000" pitchFamily="2" charset="0"/>
                <a:ea typeface="DM Sans"/>
                <a:cs typeface="DM Sans"/>
                <a:sym typeface="DM Sans"/>
              </a:rPr>
              <a:t>độc</a:t>
            </a:r>
            <a:r>
              <a:rPr lang="en-US" sz="1500" b="0" i="0" u="none" strike="noStrike" cap="none" dirty="0">
                <a:solidFill>
                  <a:srgbClr val="334155"/>
                </a:solidFill>
                <a:latin typeface="Merriweather" panose="00000500000000000000" pitchFamily="2" charset="0"/>
                <a:ea typeface="DM Sans"/>
                <a:cs typeface="DM Sans"/>
                <a:sym typeface="DM Sans"/>
              </a:rPr>
              <a:t> </a:t>
            </a:r>
            <a:r>
              <a:rPr lang="en-US" sz="1500" b="0" i="0" u="none" strike="noStrike" cap="none" dirty="0" err="1">
                <a:solidFill>
                  <a:srgbClr val="334155"/>
                </a:solidFill>
                <a:latin typeface="Merriweather" panose="00000500000000000000" pitchFamily="2" charset="0"/>
                <a:ea typeface="DM Sans"/>
                <a:cs typeface="DM Sans"/>
                <a:sym typeface="DM Sans"/>
              </a:rPr>
              <a:t>lập</a:t>
            </a:r>
            <a:r>
              <a:rPr lang="en-US" sz="1500" b="0" i="0" u="none" strike="noStrike" cap="none" dirty="0">
                <a:solidFill>
                  <a:srgbClr val="334155"/>
                </a:solidFill>
                <a:latin typeface="Merriweather" panose="00000500000000000000" pitchFamily="2" charset="0"/>
                <a:ea typeface="DM Sans"/>
                <a:cs typeface="DM Sans"/>
                <a:sym typeface="DM Sans"/>
              </a:rPr>
              <a:t>.</a:t>
            </a:r>
            <a:endParaRPr dirty="0">
              <a:latin typeface="Merriweather" panose="00000500000000000000" pitchFamily="2" charset="0"/>
            </a:endParaRPr>
          </a:p>
        </p:txBody>
      </p:sp>
      <p:pic>
        <p:nvPicPr>
          <p:cNvPr id="226" name="Google Shape;226;p25" descr="image.png"/>
          <p:cNvPicPr preferRelativeResize="0"/>
          <p:nvPr/>
        </p:nvPicPr>
        <p:blipFill rotWithShape="1">
          <a:blip r:embed="rId6">
            <a:alphaModFix/>
          </a:blip>
          <a:srcRect/>
          <a:stretch/>
        </p:blipFill>
        <p:spPr>
          <a:xfrm>
            <a:off x="4349799" y="2519362"/>
            <a:ext cx="3492549" cy="2724150"/>
          </a:xfrm>
          <a:prstGeom prst="rect">
            <a:avLst/>
          </a:prstGeom>
          <a:noFill/>
          <a:ln>
            <a:noFill/>
          </a:ln>
        </p:spPr>
      </p:pic>
      <p:pic>
        <p:nvPicPr>
          <p:cNvPr id="229" name="Google Shape;229;p25" descr="image.png"/>
          <p:cNvPicPr preferRelativeResize="0"/>
          <p:nvPr/>
        </p:nvPicPr>
        <p:blipFill rotWithShape="1">
          <a:blip r:embed="rId7">
            <a:alphaModFix/>
          </a:blip>
          <a:srcRect/>
          <a:stretch/>
        </p:blipFill>
        <p:spPr>
          <a:xfrm>
            <a:off x="5910708" y="2644712"/>
            <a:ext cx="370582" cy="476250"/>
          </a:xfrm>
          <a:prstGeom prst="rect">
            <a:avLst/>
          </a:prstGeom>
          <a:noFill/>
          <a:ln>
            <a:noFill/>
          </a:ln>
        </p:spPr>
      </p:pic>
      <p:sp>
        <p:nvSpPr>
          <p:cNvPr id="235" name="Google Shape;235;p25"/>
          <p:cNvSpPr txBox="1"/>
          <p:nvPr/>
        </p:nvSpPr>
        <p:spPr>
          <a:xfrm>
            <a:off x="4562473" y="3324237"/>
            <a:ext cx="3067200" cy="216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404" b="1" i="0" u="none" strike="noStrike" cap="none">
                <a:solidFill>
                  <a:srgbClr val="003366"/>
                </a:solidFill>
                <a:latin typeface="Merriweather" panose="00000500000000000000" pitchFamily="2" charset="0"/>
                <a:ea typeface="Merriweather"/>
                <a:cs typeface="Merriweather"/>
                <a:sym typeface="Merriweather"/>
              </a:rPr>
              <a:t>Cẩn trọng Lợi ích</a:t>
            </a:r>
            <a:endParaRPr>
              <a:latin typeface="Merriweather" panose="00000500000000000000" pitchFamily="2" charset="0"/>
            </a:endParaRPr>
          </a:p>
        </p:txBody>
      </p:sp>
      <p:sp>
        <p:nvSpPr>
          <p:cNvPr id="236" name="Google Shape;236;p25"/>
          <p:cNvSpPr txBox="1"/>
          <p:nvPr/>
        </p:nvSpPr>
        <p:spPr>
          <a:xfrm>
            <a:off x="4635550" y="3681398"/>
            <a:ext cx="2921100" cy="1477328"/>
          </a:xfrm>
          <a:prstGeom prst="rect">
            <a:avLst/>
          </a:prstGeom>
          <a:noFill/>
          <a:ln>
            <a:noFill/>
          </a:ln>
        </p:spPr>
        <p:txBody>
          <a:bodyPr spcFirstLastPara="1" wrap="square" lIns="0" tIns="0" rIns="0" bIns="0" anchor="t" anchorCtr="0">
            <a:spAutoFit/>
          </a:bodyPr>
          <a:lstStyle/>
          <a:p>
            <a:pPr marL="0" marR="0" lvl="0" indent="0" algn="just" rtl="0">
              <a:lnSpc>
                <a:spcPct val="160000"/>
              </a:lnSpc>
              <a:spcBef>
                <a:spcPts val="0"/>
              </a:spcBef>
              <a:spcAft>
                <a:spcPts val="0"/>
              </a:spcAft>
              <a:buNone/>
            </a:pPr>
            <a:r>
              <a:rPr lang="en-US" sz="1500" b="0" i="0" u="none" strike="noStrike" cap="none" dirty="0" err="1">
                <a:solidFill>
                  <a:srgbClr val="334155"/>
                </a:solidFill>
                <a:latin typeface="Merriweather" panose="00000500000000000000" pitchFamily="2" charset="0"/>
                <a:ea typeface="DM Sans"/>
                <a:cs typeface="DM Sans"/>
                <a:sym typeface="DM Sans"/>
              </a:rPr>
              <a:t>Không</a:t>
            </a:r>
            <a:r>
              <a:rPr lang="en-US" sz="1500" b="0" i="0" u="none" strike="noStrike" cap="none" dirty="0">
                <a:solidFill>
                  <a:srgbClr val="334155"/>
                </a:solidFill>
                <a:latin typeface="Merriweather" panose="00000500000000000000" pitchFamily="2" charset="0"/>
                <a:ea typeface="DM Sans"/>
                <a:cs typeface="DM Sans"/>
                <a:sym typeface="DM Sans"/>
              </a:rPr>
              <a:t> </a:t>
            </a:r>
            <a:r>
              <a:rPr lang="en-US" sz="1500" b="0" i="0" u="none" strike="noStrike" cap="none" dirty="0" err="1">
                <a:solidFill>
                  <a:srgbClr val="334155"/>
                </a:solidFill>
                <a:latin typeface="Merriweather" panose="00000500000000000000" pitchFamily="2" charset="0"/>
                <a:ea typeface="DM Sans"/>
                <a:cs typeface="DM Sans"/>
                <a:sym typeface="DM Sans"/>
              </a:rPr>
              <a:t>dùng</a:t>
            </a:r>
            <a:r>
              <a:rPr lang="en-US" sz="1500" b="0" i="0" u="none" strike="noStrike" cap="none" dirty="0">
                <a:solidFill>
                  <a:srgbClr val="334155"/>
                </a:solidFill>
                <a:latin typeface="Merriweather" panose="00000500000000000000" pitchFamily="2" charset="0"/>
                <a:ea typeface="DM Sans"/>
                <a:cs typeface="DM Sans"/>
                <a:sym typeface="DM Sans"/>
              </a:rPr>
              <a:t> "</a:t>
            </a:r>
            <a:r>
              <a:rPr lang="en-US" sz="1500" b="0" i="0" u="none" strike="noStrike" cap="none" dirty="0" err="1">
                <a:solidFill>
                  <a:srgbClr val="334155"/>
                </a:solidFill>
                <a:latin typeface="Merriweather" panose="00000500000000000000" pitchFamily="2" charset="0"/>
                <a:ea typeface="DM Sans"/>
                <a:cs typeface="DM Sans"/>
                <a:sym typeface="DM Sans"/>
              </a:rPr>
              <a:t>sự</a:t>
            </a:r>
            <a:r>
              <a:rPr lang="en-US" sz="1500" b="0" i="0" u="none" strike="noStrike" cap="none" dirty="0">
                <a:solidFill>
                  <a:srgbClr val="334155"/>
                </a:solidFill>
                <a:latin typeface="Merriweather" panose="00000500000000000000" pitchFamily="2" charset="0"/>
                <a:ea typeface="DM Sans"/>
                <a:cs typeface="DM Sans"/>
                <a:sym typeface="DM Sans"/>
              </a:rPr>
              <a:t> </a:t>
            </a:r>
            <a:r>
              <a:rPr lang="en-US" sz="1500" b="0" i="0" u="none" strike="noStrike" cap="none" dirty="0" err="1">
                <a:solidFill>
                  <a:srgbClr val="334155"/>
                </a:solidFill>
                <a:latin typeface="Merriweather" panose="00000500000000000000" pitchFamily="2" charset="0"/>
                <a:ea typeface="DM Sans"/>
                <a:cs typeface="DM Sans"/>
                <a:sym typeface="DM Sans"/>
              </a:rPr>
              <a:t>có</a:t>
            </a:r>
            <a:r>
              <a:rPr lang="en-US" sz="1500" b="0" i="0" u="none" strike="noStrike" cap="none" dirty="0">
                <a:solidFill>
                  <a:srgbClr val="334155"/>
                </a:solidFill>
                <a:latin typeface="Merriweather" panose="00000500000000000000" pitchFamily="2" charset="0"/>
                <a:ea typeface="DM Sans"/>
                <a:cs typeface="DM Sans"/>
                <a:sym typeface="DM Sans"/>
              </a:rPr>
              <a:t> </a:t>
            </a:r>
            <a:r>
              <a:rPr lang="en-US" sz="1500" b="0" i="0" u="none" strike="noStrike" cap="none" dirty="0" err="1">
                <a:solidFill>
                  <a:srgbClr val="334155"/>
                </a:solidFill>
                <a:latin typeface="Merriweather" panose="00000500000000000000" pitchFamily="2" charset="0"/>
                <a:ea typeface="DM Sans"/>
                <a:cs typeface="DM Sans"/>
                <a:sym typeface="DM Sans"/>
              </a:rPr>
              <a:t>ích</a:t>
            </a:r>
            <a:r>
              <a:rPr lang="en-US" sz="1500" b="0" i="0" u="none" strike="noStrike" cap="none" dirty="0">
                <a:solidFill>
                  <a:srgbClr val="334155"/>
                </a:solidFill>
                <a:latin typeface="Merriweather" panose="00000500000000000000" pitchFamily="2" charset="0"/>
                <a:ea typeface="DM Sans"/>
                <a:cs typeface="DM Sans"/>
                <a:sym typeface="DM Sans"/>
              </a:rPr>
              <a:t> </a:t>
            </a:r>
            <a:r>
              <a:rPr lang="en-US" sz="1500" b="0" i="0" u="none" strike="noStrike" cap="none" dirty="0" err="1">
                <a:solidFill>
                  <a:srgbClr val="334155"/>
                </a:solidFill>
                <a:latin typeface="Merriweather" panose="00000500000000000000" pitchFamily="2" charset="0"/>
                <a:ea typeface="DM Sans"/>
                <a:cs typeface="DM Sans"/>
                <a:sym typeface="DM Sans"/>
              </a:rPr>
              <a:t>trước</a:t>
            </a:r>
            <a:r>
              <a:rPr lang="en-US" sz="1500" b="0" i="0" u="none" strike="noStrike" cap="none" dirty="0">
                <a:solidFill>
                  <a:srgbClr val="334155"/>
                </a:solidFill>
                <a:latin typeface="Merriweather" panose="00000500000000000000" pitchFamily="2" charset="0"/>
                <a:ea typeface="DM Sans"/>
                <a:cs typeface="DM Sans"/>
                <a:sym typeface="DM Sans"/>
              </a:rPr>
              <a:t> </a:t>
            </a:r>
            <a:r>
              <a:rPr lang="en-US" sz="1500" b="0" i="0" u="none" strike="noStrike" cap="none" dirty="0" err="1">
                <a:solidFill>
                  <a:srgbClr val="334155"/>
                </a:solidFill>
                <a:latin typeface="Merriweather" panose="00000500000000000000" pitchFamily="2" charset="0"/>
                <a:ea typeface="DM Sans"/>
                <a:cs typeface="DM Sans"/>
                <a:sym typeface="DM Sans"/>
              </a:rPr>
              <a:t>mắt</a:t>
            </a:r>
            <a:r>
              <a:rPr lang="en-US" sz="1500" b="0" i="0" u="none" strike="noStrike" cap="none" dirty="0">
                <a:solidFill>
                  <a:srgbClr val="334155"/>
                </a:solidFill>
                <a:latin typeface="Merriweather" panose="00000500000000000000" pitchFamily="2" charset="0"/>
                <a:ea typeface="DM Sans"/>
                <a:cs typeface="DM Sans"/>
                <a:sym typeface="DM Sans"/>
              </a:rPr>
              <a:t>" </a:t>
            </a:r>
            <a:r>
              <a:rPr lang="en-US" sz="1500" b="0" i="0" u="none" strike="noStrike" cap="none" dirty="0" err="1">
                <a:solidFill>
                  <a:srgbClr val="334155"/>
                </a:solidFill>
                <a:latin typeface="Merriweather" panose="00000500000000000000" pitchFamily="2" charset="0"/>
                <a:ea typeface="DM Sans"/>
                <a:cs typeface="DM Sans"/>
                <a:sym typeface="DM Sans"/>
              </a:rPr>
              <a:t>để</a:t>
            </a:r>
            <a:r>
              <a:rPr lang="en-US" sz="1500" b="0" i="0" u="none" strike="noStrike" cap="none" dirty="0">
                <a:solidFill>
                  <a:srgbClr val="334155"/>
                </a:solidFill>
                <a:latin typeface="Merriweather" panose="00000500000000000000" pitchFamily="2" charset="0"/>
                <a:ea typeface="DM Sans"/>
                <a:cs typeface="DM Sans"/>
                <a:sym typeface="DM Sans"/>
              </a:rPr>
              <a:t> </a:t>
            </a:r>
            <a:r>
              <a:rPr lang="en-US" sz="1500" b="0" i="0" u="none" strike="noStrike" cap="none" dirty="0" err="1">
                <a:solidFill>
                  <a:srgbClr val="334155"/>
                </a:solidFill>
                <a:latin typeface="Merriweather" panose="00000500000000000000" pitchFamily="2" charset="0"/>
                <a:ea typeface="DM Sans"/>
                <a:cs typeface="DM Sans"/>
                <a:sym typeface="DM Sans"/>
              </a:rPr>
              <a:t>đo</a:t>
            </a:r>
            <a:r>
              <a:rPr lang="en-US" sz="1500" b="0" i="0" u="none" strike="noStrike" cap="none" dirty="0">
                <a:solidFill>
                  <a:srgbClr val="334155"/>
                </a:solidFill>
                <a:latin typeface="Merriweather" panose="00000500000000000000" pitchFamily="2" charset="0"/>
                <a:ea typeface="DM Sans"/>
                <a:cs typeface="DM Sans"/>
                <a:sym typeface="DM Sans"/>
              </a:rPr>
              <a:t> </a:t>
            </a:r>
            <a:r>
              <a:rPr lang="en-US" sz="1500" b="0" i="0" u="none" strike="noStrike" cap="none" dirty="0" err="1">
                <a:solidFill>
                  <a:srgbClr val="334155"/>
                </a:solidFill>
                <a:latin typeface="Merriweather" panose="00000500000000000000" pitchFamily="2" charset="0"/>
                <a:ea typeface="DM Sans"/>
                <a:cs typeface="DM Sans"/>
                <a:sym typeface="DM Sans"/>
              </a:rPr>
              <a:t>đúng</a:t>
            </a:r>
            <a:r>
              <a:rPr lang="en-US" sz="1500" b="0" i="0" u="none" strike="noStrike" cap="none" dirty="0">
                <a:solidFill>
                  <a:srgbClr val="334155"/>
                </a:solidFill>
                <a:latin typeface="Merriweather" panose="00000500000000000000" pitchFamily="2" charset="0"/>
                <a:ea typeface="DM Sans"/>
                <a:cs typeface="DM Sans"/>
                <a:sym typeface="DM Sans"/>
              </a:rPr>
              <a:t> </a:t>
            </a:r>
            <a:r>
              <a:rPr lang="en-US" sz="1500" b="0" i="0" u="none" strike="noStrike" cap="none" dirty="0" err="1">
                <a:solidFill>
                  <a:srgbClr val="334155"/>
                </a:solidFill>
                <a:latin typeface="Merriweather" panose="00000500000000000000" pitchFamily="2" charset="0"/>
                <a:ea typeface="DM Sans"/>
                <a:cs typeface="DM Sans"/>
                <a:sym typeface="DM Sans"/>
              </a:rPr>
              <a:t>sai</a:t>
            </a:r>
            <a:r>
              <a:rPr lang="en-US" sz="1500" b="0" i="0" u="none" strike="noStrike" cap="none" dirty="0">
                <a:solidFill>
                  <a:srgbClr val="334155"/>
                </a:solidFill>
                <a:latin typeface="Merriweather" panose="00000500000000000000" pitchFamily="2" charset="0"/>
                <a:ea typeface="DM Sans"/>
                <a:cs typeface="DM Sans"/>
                <a:sym typeface="DM Sans"/>
              </a:rPr>
              <a:t>. Lợi </a:t>
            </a:r>
            <a:r>
              <a:rPr lang="en-US" sz="1500" b="0" i="0" u="none" strike="noStrike" cap="none" dirty="0" err="1">
                <a:solidFill>
                  <a:srgbClr val="334155"/>
                </a:solidFill>
                <a:latin typeface="Merriweather" panose="00000500000000000000" pitchFamily="2" charset="0"/>
                <a:ea typeface="DM Sans"/>
                <a:cs typeface="DM Sans"/>
                <a:sym typeface="DM Sans"/>
              </a:rPr>
              <a:t>ích</a:t>
            </a:r>
            <a:r>
              <a:rPr lang="en-US" sz="1500" b="0" i="0" u="none" strike="noStrike" cap="none" dirty="0">
                <a:solidFill>
                  <a:srgbClr val="334155"/>
                </a:solidFill>
                <a:latin typeface="Merriweather" panose="00000500000000000000" pitchFamily="2" charset="0"/>
                <a:ea typeface="DM Sans"/>
                <a:cs typeface="DM Sans"/>
                <a:sym typeface="DM Sans"/>
              </a:rPr>
              <a:t> </a:t>
            </a:r>
            <a:r>
              <a:rPr lang="en-US" sz="1500" b="0" i="0" u="none" strike="noStrike" cap="none" dirty="0" err="1">
                <a:solidFill>
                  <a:srgbClr val="334155"/>
                </a:solidFill>
                <a:latin typeface="Merriweather" panose="00000500000000000000" pitchFamily="2" charset="0"/>
                <a:ea typeface="DM Sans"/>
                <a:cs typeface="DM Sans"/>
                <a:sym typeface="DM Sans"/>
              </a:rPr>
              <a:t>chủ</a:t>
            </a:r>
            <a:r>
              <a:rPr lang="en-US" sz="1500" b="0" i="0" u="none" strike="noStrike" cap="none" dirty="0">
                <a:solidFill>
                  <a:srgbClr val="334155"/>
                </a:solidFill>
                <a:latin typeface="Merriweather" panose="00000500000000000000" pitchFamily="2" charset="0"/>
                <a:ea typeface="DM Sans"/>
                <a:cs typeface="DM Sans"/>
                <a:sym typeface="DM Sans"/>
              </a:rPr>
              <a:t> </a:t>
            </a:r>
            <a:r>
              <a:rPr lang="en-US" sz="1500" b="0" i="0" u="none" strike="noStrike" cap="none" dirty="0" err="1">
                <a:solidFill>
                  <a:srgbClr val="334155"/>
                </a:solidFill>
                <a:latin typeface="Merriweather" panose="00000500000000000000" pitchFamily="2" charset="0"/>
                <a:ea typeface="DM Sans"/>
                <a:cs typeface="DM Sans"/>
                <a:sym typeface="DM Sans"/>
              </a:rPr>
              <a:t>quan</a:t>
            </a:r>
            <a:r>
              <a:rPr lang="en-US" sz="1500" b="0" i="0" u="none" strike="noStrike" cap="none" dirty="0">
                <a:solidFill>
                  <a:srgbClr val="334155"/>
                </a:solidFill>
                <a:latin typeface="Merriweather" panose="00000500000000000000" pitchFamily="2" charset="0"/>
                <a:ea typeface="DM Sans"/>
                <a:cs typeface="DM Sans"/>
                <a:sym typeface="DM Sans"/>
              </a:rPr>
              <a:t> </a:t>
            </a:r>
            <a:r>
              <a:rPr lang="en-US" sz="1500" b="0" i="0" u="none" strike="noStrike" cap="none" dirty="0" err="1">
                <a:solidFill>
                  <a:srgbClr val="334155"/>
                </a:solidFill>
                <a:latin typeface="Merriweather" panose="00000500000000000000" pitchFamily="2" charset="0"/>
                <a:ea typeface="DM Sans"/>
                <a:cs typeface="DM Sans"/>
                <a:sym typeface="DM Sans"/>
              </a:rPr>
              <a:t>không</a:t>
            </a:r>
            <a:r>
              <a:rPr lang="en-US" sz="1500" b="0" i="0" u="none" strike="noStrike" cap="none" dirty="0">
                <a:solidFill>
                  <a:srgbClr val="334155"/>
                </a:solidFill>
                <a:latin typeface="Merriweather" panose="00000500000000000000" pitchFamily="2" charset="0"/>
                <a:ea typeface="DM Sans"/>
                <a:cs typeface="DM Sans"/>
                <a:sym typeface="DM Sans"/>
              </a:rPr>
              <a:t> </a:t>
            </a:r>
            <a:r>
              <a:rPr lang="en-US" sz="1500" b="0" i="0" u="none" strike="noStrike" cap="none" dirty="0" err="1">
                <a:solidFill>
                  <a:srgbClr val="334155"/>
                </a:solidFill>
                <a:latin typeface="Merriweather" panose="00000500000000000000" pitchFamily="2" charset="0"/>
                <a:ea typeface="DM Sans"/>
                <a:cs typeface="DM Sans"/>
                <a:sym typeface="DM Sans"/>
              </a:rPr>
              <a:t>bẻ</a:t>
            </a:r>
            <a:r>
              <a:rPr lang="en-US" sz="1500" b="0" i="0" u="none" strike="noStrike" cap="none" dirty="0">
                <a:solidFill>
                  <a:srgbClr val="334155"/>
                </a:solidFill>
                <a:latin typeface="Merriweather" panose="00000500000000000000" pitchFamily="2" charset="0"/>
                <a:ea typeface="DM Sans"/>
                <a:cs typeface="DM Sans"/>
                <a:sym typeface="DM Sans"/>
              </a:rPr>
              <a:t> </a:t>
            </a:r>
            <a:r>
              <a:rPr lang="en-US" sz="1500" b="0" i="0" u="none" strike="noStrike" cap="none" dirty="0" err="1">
                <a:solidFill>
                  <a:srgbClr val="334155"/>
                </a:solidFill>
                <a:latin typeface="Merriweather" panose="00000500000000000000" pitchFamily="2" charset="0"/>
                <a:ea typeface="DM Sans"/>
                <a:cs typeface="DM Sans"/>
                <a:sym typeface="DM Sans"/>
              </a:rPr>
              <a:t>cong</a:t>
            </a:r>
            <a:r>
              <a:rPr lang="en-US" sz="1500" b="0" i="0" u="none" strike="noStrike" cap="none" dirty="0">
                <a:solidFill>
                  <a:srgbClr val="334155"/>
                </a:solidFill>
                <a:latin typeface="Merriweather" panose="00000500000000000000" pitchFamily="2" charset="0"/>
                <a:ea typeface="DM Sans"/>
                <a:cs typeface="DM Sans"/>
                <a:sym typeface="DM Sans"/>
              </a:rPr>
              <a:t> </a:t>
            </a:r>
            <a:r>
              <a:rPr lang="en-US" sz="1500" b="0" i="0" u="none" strike="noStrike" cap="none" dirty="0" err="1">
                <a:solidFill>
                  <a:srgbClr val="334155"/>
                </a:solidFill>
                <a:latin typeface="Merriweather" panose="00000500000000000000" pitchFamily="2" charset="0"/>
                <a:ea typeface="DM Sans"/>
                <a:cs typeface="DM Sans"/>
                <a:sym typeface="DM Sans"/>
              </a:rPr>
              <a:t>được</a:t>
            </a:r>
            <a:r>
              <a:rPr lang="en-US" sz="1500" b="0" i="0" u="none" strike="noStrike" cap="none" dirty="0">
                <a:solidFill>
                  <a:srgbClr val="334155"/>
                </a:solidFill>
                <a:latin typeface="Merriweather" panose="00000500000000000000" pitchFamily="2" charset="0"/>
                <a:ea typeface="DM Sans"/>
                <a:cs typeface="DM Sans"/>
                <a:sym typeface="DM Sans"/>
              </a:rPr>
              <a:t> </a:t>
            </a:r>
            <a:r>
              <a:rPr lang="en-US" sz="1500" b="0" i="0" u="none" strike="noStrike" cap="none" dirty="0" err="1">
                <a:solidFill>
                  <a:srgbClr val="334155"/>
                </a:solidFill>
                <a:latin typeface="Merriweather" panose="00000500000000000000" pitchFamily="2" charset="0"/>
                <a:ea typeface="DM Sans"/>
                <a:cs typeface="DM Sans"/>
                <a:sym typeface="DM Sans"/>
              </a:rPr>
              <a:t>quy</a:t>
            </a:r>
            <a:r>
              <a:rPr lang="en-US" sz="1500" b="0" i="0" u="none" strike="noStrike" cap="none" dirty="0">
                <a:solidFill>
                  <a:srgbClr val="334155"/>
                </a:solidFill>
                <a:latin typeface="Merriweather" panose="00000500000000000000" pitchFamily="2" charset="0"/>
                <a:ea typeface="DM Sans"/>
                <a:cs typeface="DM Sans"/>
                <a:sym typeface="DM Sans"/>
              </a:rPr>
              <a:t> </a:t>
            </a:r>
            <a:r>
              <a:rPr lang="en-US" sz="1500" b="0" i="0" u="none" strike="noStrike" cap="none" dirty="0" err="1">
                <a:solidFill>
                  <a:srgbClr val="334155"/>
                </a:solidFill>
                <a:latin typeface="Merriweather" panose="00000500000000000000" pitchFamily="2" charset="0"/>
                <a:ea typeface="DM Sans"/>
                <a:cs typeface="DM Sans"/>
                <a:sym typeface="DM Sans"/>
              </a:rPr>
              <a:t>luật</a:t>
            </a:r>
            <a:r>
              <a:rPr lang="en-US" sz="1500" b="0" i="0" u="none" strike="noStrike" cap="none" dirty="0">
                <a:solidFill>
                  <a:srgbClr val="334155"/>
                </a:solidFill>
                <a:latin typeface="Merriweather" panose="00000500000000000000" pitchFamily="2" charset="0"/>
                <a:ea typeface="DM Sans"/>
                <a:cs typeface="DM Sans"/>
                <a:sym typeface="DM Sans"/>
              </a:rPr>
              <a:t> </a:t>
            </a:r>
            <a:r>
              <a:rPr lang="en-US" sz="1500" b="0" i="0" u="none" strike="noStrike" cap="none" dirty="0" err="1">
                <a:solidFill>
                  <a:srgbClr val="334155"/>
                </a:solidFill>
                <a:latin typeface="Merriweather" panose="00000500000000000000" pitchFamily="2" charset="0"/>
                <a:ea typeface="DM Sans"/>
                <a:cs typeface="DM Sans"/>
                <a:sym typeface="DM Sans"/>
              </a:rPr>
              <a:t>khách</a:t>
            </a:r>
            <a:r>
              <a:rPr lang="en-US" sz="1500" b="0" i="0" u="none" strike="noStrike" cap="none" dirty="0">
                <a:solidFill>
                  <a:srgbClr val="334155"/>
                </a:solidFill>
                <a:latin typeface="Merriweather" panose="00000500000000000000" pitchFamily="2" charset="0"/>
                <a:ea typeface="DM Sans"/>
                <a:cs typeface="DM Sans"/>
                <a:sym typeface="DM Sans"/>
              </a:rPr>
              <a:t> </a:t>
            </a:r>
            <a:r>
              <a:rPr lang="en-US" sz="1500" b="0" i="0" u="none" strike="noStrike" cap="none" dirty="0" err="1">
                <a:solidFill>
                  <a:srgbClr val="334155"/>
                </a:solidFill>
                <a:latin typeface="Merriweather" panose="00000500000000000000" pitchFamily="2" charset="0"/>
                <a:ea typeface="DM Sans"/>
                <a:cs typeface="DM Sans"/>
                <a:sym typeface="DM Sans"/>
              </a:rPr>
              <a:t>quan</a:t>
            </a:r>
            <a:r>
              <a:rPr lang="en-US" sz="1500" b="0" i="0" u="none" strike="noStrike" cap="none" dirty="0">
                <a:solidFill>
                  <a:srgbClr val="334155"/>
                </a:solidFill>
                <a:latin typeface="Merriweather" panose="00000500000000000000" pitchFamily="2" charset="0"/>
                <a:ea typeface="DM Sans"/>
                <a:cs typeface="DM Sans"/>
                <a:sym typeface="DM Sans"/>
              </a:rPr>
              <a:t>.</a:t>
            </a:r>
            <a:endParaRPr dirty="0">
              <a:latin typeface="Merriweather" panose="00000500000000000000" pitchFamily="2" charset="0"/>
            </a:endParaRPr>
          </a:p>
        </p:txBody>
      </p:sp>
      <p:pic>
        <p:nvPicPr>
          <p:cNvPr id="227" name="Google Shape;227;p25" descr="image.png"/>
          <p:cNvPicPr preferRelativeResize="0"/>
          <p:nvPr/>
        </p:nvPicPr>
        <p:blipFill rotWithShape="1">
          <a:blip r:embed="rId8">
            <a:alphaModFix/>
          </a:blip>
          <a:srcRect/>
          <a:stretch/>
        </p:blipFill>
        <p:spPr>
          <a:xfrm>
            <a:off x="8128099" y="2519362"/>
            <a:ext cx="3492549" cy="2724150"/>
          </a:xfrm>
          <a:prstGeom prst="rect">
            <a:avLst/>
          </a:prstGeom>
          <a:noFill/>
          <a:ln>
            <a:noFill/>
          </a:ln>
        </p:spPr>
      </p:pic>
      <p:pic>
        <p:nvPicPr>
          <p:cNvPr id="230" name="Google Shape;230;p25" descr="image.png"/>
          <p:cNvPicPr preferRelativeResize="0"/>
          <p:nvPr/>
        </p:nvPicPr>
        <p:blipFill rotWithShape="1">
          <a:blip r:embed="rId9">
            <a:alphaModFix/>
          </a:blip>
          <a:srcRect/>
          <a:stretch/>
        </p:blipFill>
        <p:spPr>
          <a:xfrm>
            <a:off x="9689008" y="2644712"/>
            <a:ext cx="370582" cy="476250"/>
          </a:xfrm>
          <a:prstGeom prst="rect">
            <a:avLst/>
          </a:prstGeom>
          <a:noFill/>
          <a:ln>
            <a:noFill/>
          </a:ln>
        </p:spPr>
      </p:pic>
      <p:sp>
        <p:nvSpPr>
          <p:cNvPr id="237" name="Google Shape;237;p25"/>
          <p:cNvSpPr txBox="1"/>
          <p:nvPr/>
        </p:nvSpPr>
        <p:spPr>
          <a:xfrm>
            <a:off x="8340722" y="3327462"/>
            <a:ext cx="3067200" cy="216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404" b="1" i="0" u="none" strike="noStrike" cap="none">
                <a:solidFill>
                  <a:srgbClr val="003366"/>
                </a:solidFill>
                <a:latin typeface="Merriweather" panose="00000500000000000000" pitchFamily="2" charset="0"/>
                <a:ea typeface="Merriweather"/>
                <a:cs typeface="Merriweather"/>
                <a:sym typeface="Merriweather"/>
              </a:rPr>
              <a:t>Luôn Kiểm chứng</a:t>
            </a:r>
            <a:endParaRPr>
              <a:latin typeface="Merriweather" panose="00000500000000000000" pitchFamily="2" charset="0"/>
            </a:endParaRPr>
          </a:p>
        </p:txBody>
      </p:sp>
      <p:sp>
        <p:nvSpPr>
          <p:cNvPr id="238" name="Google Shape;238;p25"/>
          <p:cNvSpPr txBox="1"/>
          <p:nvPr/>
        </p:nvSpPr>
        <p:spPr>
          <a:xfrm>
            <a:off x="8413849" y="3681412"/>
            <a:ext cx="2921100" cy="1107996"/>
          </a:xfrm>
          <a:prstGeom prst="rect">
            <a:avLst/>
          </a:prstGeom>
          <a:noFill/>
          <a:ln>
            <a:noFill/>
          </a:ln>
        </p:spPr>
        <p:txBody>
          <a:bodyPr spcFirstLastPara="1" wrap="square" lIns="0" tIns="0" rIns="0" bIns="0" anchor="t" anchorCtr="0">
            <a:spAutoFit/>
          </a:bodyPr>
          <a:lstStyle/>
          <a:p>
            <a:pPr marL="0" marR="0" lvl="0" indent="0" algn="just" rtl="0">
              <a:lnSpc>
                <a:spcPct val="160000"/>
              </a:lnSpc>
              <a:spcBef>
                <a:spcPts val="0"/>
              </a:spcBef>
              <a:spcAft>
                <a:spcPts val="0"/>
              </a:spcAft>
              <a:buNone/>
            </a:pPr>
            <a:r>
              <a:rPr lang="en-US" sz="1500" b="0" i="0" u="none" strike="noStrike" cap="none">
                <a:solidFill>
                  <a:srgbClr val="334155"/>
                </a:solidFill>
                <a:latin typeface="Merriweather" panose="00000500000000000000" pitchFamily="2" charset="0"/>
                <a:ea typeface="DM Sans"/>
                <a:cs typeface="DM Sans"/>
                <a:sym typeface="DM Sans"/>
              </a:rPr>
              <a:t>Lý thuyết chỉ là giả thuyết. Luôn đưa vào thực hành để có câu trả lời cuối cùng.</a:t>
            </a:r>
            <a:endParaRPr>
              <a:latin typeface="Merriweather" panose="00000500000000000000" pitchFamily="2" charset="0"/>
            </a:endParaRPr>
          </a:p>
        </p:txBody>
      </p:sp>
      <p:grpSp>
        <p:nvGrpSpPr>
          <p:cNvPr id="2" name="Google Shape;208;p24">
            <a:extLst>
              <a:ext uri="{FF2B5EF4-FFF2-40B4-BE49-F238E27FC236}">
                <a16:creationId xmlns:a16="http://schemas.microsoft.com/office/drawing/2014/main" id="{367DAECD-AC04-764E-BB84-629C14FFB9E6}"/>
              </a:ext>
            </a:extLst>
          </p:cNvPr>
          <p:cNvGrpSpPr/>
          <p:nvPr/>
        </p:nvGrpSpPr>
        <p:grpSpPr>
          <a:xfrm>
            <a:off x="930537" y="12484042"/>
            <a:ext cx="3683106" cy="2115104"/>
            <a:chOff x="762000" y="3414712"/>
            <a:chExt cx="3302049" cy="1896274"/>
          </a:xfrm>
        </p:grpSpPr>
        <p:pic>
          <p:nvPicPr>
            <p:cNvPr id="3" name="Google Shape;209;p24" descr="image.png">
              <a:extLst>
                <a:ext uri="{FF2B5EF4-FFF2-40B4-BE49-F238E27FC236}">
                  <a16:creationId xmlns:a16="http://schemas.microsoft.com/office/drawing/2014/main" id="{F45124E8-BDD0-ABD0-A046-890E18CC1D41}"/>
                </a:ext>
              </a:extLst>
            </p:cNvPr>
            <p:cNvPicPr preferRelativeResize="0"/>
            <p:nvPr/>
          </p:nvPicPr>
          <p:blipFill rotWithShape="1">
            <a:blip r:embed="rId10">
              <a:alphaModFix/>
            </a:blip>
            <a:srcRect/>
            <a:stretch/>
          </p:blipFill>
          <p:spPr>
            <a:xfrm>
              <a:off x="762000" y="3414712"/>
              <a:ext cx="3302049" cy="1838325"/>
            </a:xfrm>
            <a:prstGeom prst="rect">
              <a:avLst/>
            </a:prstGeom>
            <a:noFill/>
            <a:ln>
              <a:noFill/>
            </a:ln>
          </p:spPr>
        </p:pic>
        <p:sp>
          <p:nvSpPr>
            <p:cNvPr id="4" name="Google Shape;210;p24">
              <a:extLst>
                <a:ext uri="{FF2B5EF4-FFF2-40B4-BE49-F238E27FC236}">
                  <a16:creationId xmlns:a16="http://schemas.microsoft.com/office/drawing/2014/main" id="{00EA79C0-67EE-2858-C281-E4318A8DAC86}"/>
                </a:ext>
              </a:extLst>
            </p:cNvPr>
            <p:cNvSpPr txBox="1"/>
            <p:nvPr/>
          </p:nvSpPr>
          <p:spPr>
            <a:xfrm>
              <a:off x="889475" y="3532435"/>
              <a:ext cx="3047100" cy="216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566" b="1" i="0" u="none" strike="noStrike" cap="none">
                  <a:solidFill>
                    <a:srgbClr val="003366"/>
                  </a:solidFill>
                  <a:latin typeface="Merriweather" panose="00000500000000000000" pitchFamily="2" charset="0"/>
                  <a:ea typeface="Merriweather"/>
                  <a:cs typeface="Merriweather"/>
                  <a:sym typeface="Merriweather"/>
                </a:rPr>
                <a:t>GĐ 1: Nhận thức Cảm tính</a:t>
              </a:r>
              <a:endParaRPr sz="1562">
                <a:latin typeface="Merriweather" panose="00000500000000000000" pitchFamily="2" charset="0"/>
              </a:endParaRPr>
            </a:p>
          </p:txBody>
        </p:sp>
        <p:sp>
          <p:nvSpPr>
            <p:cNvPr id="5" name="Google Shape;211;p24">
              <a:extLst>
                <a:ext uri="{FF2B5EF4-FFF2-40B4-BE49-F238E27FC236}">
                  <a16:creationId xmlns:a16="http://schemas.microsoft.com/office/drawing/2014/main" id="{DACD0F9F-40E3-45A1-A4BF-83494A388837}"/>
                </a:ext>
              </a:extLst>
            </p:cNvPr>
            <p:cNvSpPr txBox="1"/>
            <p:nvPr/>
          </p:nvSpPr>
          <p:spPr>
            <a:xfrm>
              <a:off x="1103978" y="3833820"/>
              <a:ext cx="2618100" cy="1477166"/>
            </a:xfrm>
            <a:prstGeom prst="rect">
              <a:avLst/>
            </a:prstGeom>
            <a:noFill/>
            <a:ln>
              <a:noFill/>
            </a:ln>
          </p:spPr>
          <p:txBody>
            <a:bodyPr spcFirstLastPara="1" wrap="square" lIns="0" tIns="0" rIns="0" bIns="0" anchor="t" anchorCtr="0">
              <a:spAutoFit/>
            </a:bodyPr>
            <a:lstStyle/>
            <a:p>
              <a:pPr marL="0" marR="0" lvl="0" indent="0" algn="just" rtl="0">
                <a:lnSpc>
                  <a:spcPct val="160000"/>
                </a:lnSpc>
                <a:spcBef>
                  <a:spcPts val="0"/>
                </a:spcBef>
                <a:spcAft>
                  <a:spcPts val="0"/>
                </a:spcAft>
                <a:buNone/>
              </a:pPr>
              <a:r>
                <a:rPr lang="en-US" sz="1673" b="0" i="0" u="none" strike="noStrike" cap="none">
                  <a:solidFill>
                    <a:srgbClr val="334155"/>
                  </a:solidFill>
                  <a:latin typeface="Merriweather" panose="00000500000000000000" pitchFamily="2" charset="0"/>
                  <a:ea typeface="DM Sans"/>
                  <a:cs typeface="DM Sans"/>
                  <a:sym typeface="DM Sans"/>
                </a:rPr>
                <a:t>Tiếp nhận bề ngoài: Số đông tung hô, giao diện đẹp, lợi ích tức thì. Dễ sập bẫy "tâm lý bầy đàn".</a:t>
              </a:r>
              <a:endParaRPr sz="1562">
                <a:latin typeface="Merriweather" panose="00000500000000000000" pitchFamily="2" charset="0"/>
              </a:endParaRPr>
            </a:p>
          </p:txBody>
        </p:sp>
      </p:grpSp>
      <p:grpSp>
        <p:nvGrpSpPr>
          <p:cNvPr id="6" name="Google Shape;212;p24">
            <a:extLst>
              <a:ext uri="{FF2B5EF4-FFF2-40B4-BE49-F238E27FC236}">
                <a16:creationId xmlns:a16="http://schemas.microsoft.com/office/drawing/2014/main" id="{DDE9E502-F400-D56F-1A70-C033D155014A}"/>
              </a:ext>
            </a:extLst>
          </p:cNvPr>
          <p:cNvGrpSpPr/>
          <p:nvPr/>
        </p:nvGrpSpPr>
        <p:grpSpPr>
          <a:xfrm>
            <a:off x="4442711" y="8387788"/>
            <a:ext cx="4098173" cy="1908663"/>
            <a:chOff x="4497949" y="938212"/>
            <a:chExt cx="3302049" cy="1537880"/>
          </a:xfrm>
        </p:grpSpPr>
        <p:pic>
          <p:nvPicPr>
            <p:cNvPr id="7" name="Google Shape;213;p24" descr="image.png">
              <a:extLst>
                <a:ext uri="{FF2B5EF4-FFF2-40B4-BE49-F238E27FC236}">
                  <a16:creationId xmlns:a16="http://schemas.microsoft.com/office/drawing/2014/main" id="{1E5BB406-39DE-F62E-9FDC-A5A8D5DD681C}"/>
                </a:ext>
              </a:extLst>
            </p:cNvPr>
            <p:cNvPicPr preferRelativeResize="0"/>
            <p:nvPr/>
          </p:nvPicPr>
          <p:blipFill rotWithShape="1">
            <a:blip r:embed="rId11">
              <a:alphaModFix/>
            </a:blip>
            <a:srcRect/>
            <a:stretch/>
          </p:blipFill>
          <p:spPr>
            <a:xfrm>
              <a:off x="4497949" y="938212"/>
              <a:ext cx="3302049" cy="1533525"/>
            </a:xfrm>
            <a:prstGeom prst="rect">
              <a:avLst/>
            </a:prstGeom>
            <a:noFill/>
            <a:ln>
              <a:noFill/>
            </a:ln>
          </p:spPr>
        </p:pic>
        <p:sp>
          <p:nvSpPr>
            <p:cNvPr id="8" name="Google Shape;214;p24">
              <a:extLst>
                <a:ext uri="{FF2B5EF4-FFF2-40B4-BE49-F238E27FC236}">
                  <a16:creationId xmlns:a16="http://schemas.microsoft.com/office/drawing/2014/main" id="{50ECFA55-5FAD-3660-07A1-C1D8680A06C7}"/>
                </a:ext>
              </a:extLst>
            </p:cNvPr>
            <p:cNvSpPr txBox="1"/>
            <p:nvPr/>
          </p:nvSpPr>
          <p:spPr>
            <a:xfrm>
              <a:off x="4572524" y="1034937"/>
              <a:ext cx="3047100" cy="216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742" b="1" i="0" u="none" strike="noStrike" cap="none">
                  <a:solidFill>
                    <a:srgbClr val="003366"/>
                  </a:solidFill>
                  <a:latin typeface="Merriweather" panose="00000500000000000000" pitchFamily="2" charset="0"/>
                  <a:ea typeface="Merriweather"/>
                  <a:cs typeface="Merriweather"/>
                  <a:sym typeface="Merriweather"/>
                </a:rPr>
                <a:t>GĐ 2: Nhận thức Lý tính</a:t>
              </a:r>
              <a:endParaRPr sz="1738">
                <a:latin typeface="Merriweather" panose="00000500000000000000" pitchFamily="2" charset="0"/>
              </a:endParaRPr>
            </a:p>
          </p:txBody>
        </p:sp>
        <p:sp>
          <p:nvSpPr>
            <p:cNvPr id="9" name="Google Shape;215;p24">
              <a:extLst>
                <a:ext uri="{FF2B5EF4-FFF2-40B4-BE49-F238E27FC236}">
                  <a16:creationId xmlns:a16="http://schemas.microsoft.com/office/drawing/2014/main" id="{FAF9D449-532E-90B1-061A-28D382928AB3}"/>
                </a:ext>
              </a:extLst>
            </p:cNvPr>
            <p:cNvSpPr txBox="1"/>
            <p:nvPr/>
          </p:nvSpPr>
          <p:spPr>
            <a:xfrm>
              <a:off x="4635675" y="1367900"/>
              <a:ext cx="2920800" cy="1108192"/>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862" b="0" i="0" u="none" strike="noStrike" cap="none" dirty="0" err="1">
                  <a:solidFill>
                    <a:srgbClr val="334155"/>
                  </a:solidFill>
                  <a:latin typeface="Merriweather" panose="00000500000000000000" pitchFamily="2" charset="0"/>
                  <a:ea typeface="DM Sans"/>
                  <a:cs typeface="DM Sans"/>
                  <a:sym typeface="DM Sans"/>
                </a:rPr>
                <a:t>Tư</a:t>
              </a:r>
              <a:r>
                <a:rPr lang="en-US" sz="1862" b="0" i="0" u="none" strike="noStrike" cap="none" dirty="0">
                  <a:solidFill>
                    <a:srgbClr val="334155"/>
                  </a:solidFill>
                  <a:latin typeface="Merriweather" panose="00000500000000000000" pitchFamily="2" charset="0"/>
                  <a:ea typeface="DM Sans"/>
                  <a:cs typeface="DM Sans"/>
                  <a:sym typeface="DM Sans"/>
                </a:rPr>
                <a:t> </a:t>
              </a:r>
              <a:r>
                <a:rPr lang="en-US" sz="1862" b="0" i="0" u="none" strike="noStrike" cap="none" dirty="0" err="1">
                  <a:solidFill>
                    <a:srgbClr val="334155"/>
                  </a:solidFill>
                  <a:latin typeface="Merriweather" panose="00000500000000000000" pitchFamily="2" charset="0"/>
                  <a:ea typeface="DM Sans"/>
                  <a:cs typeface="DM Sans"/>
                  <a:sym typeface="DM Sans"/>
                </a:rPr>
                <a:t>duy</a:t>
              </a:r>
              <a:r>
                <a:rPr lang="en-US" sz="1862" b="0" i="0" u="none" strike="noStrike" cap="none" dirty="0">
                  <a:solidFill>
                    <a:srgbClr val="334155"/>
                  </a:solidFill>
                  <a:latin typeface="Merriweather" panose="00000500000000000000" pitchFamily="2" charset="0"/>
                  <a:ea typeface="DM Sans"/>
                  <a:cs typeface="DM Sans"/>
                  <a:sym typeface="DM Sans"/>
                </a:rPr>
                <a:t> </a:t>
              </a:r>
              <a:r>
                <a:rPr lang="en-US" sz="1862" b="0" i="0" u="none" strike="noStrike" cap="none" dirty="0" err="1">
                  <a:solidFill>
                    <a:srgbClr val="334155"/>
                  </a:solidFill>
                  <a:latin typeface="Merriweather" panose="00000500000000000000" pitchFamily="2" charset="0"/>
                  <a:ea typeface="DM Sans"/>
                  <a:cs typeface="DM Sans"/>
                  <a:sym typeface="DM Sans"/>
                </a:rPr>
                <a:t>phản</a:t>
              </a:r>
              <a:r>
                <a:rPr lang="en-US" sz="1862" dirty="0">
                  <a:solidFill>
                    <a:srgbClr val="334155"/>
                  </a:solidFill>
                  <a:latin typeface="Merriweather" panose="00000500000000000000" pitchFamily="2" charset="0"/>
                  <a:ea typeface="DM Sans"/>
                  <a:cs typeface="DM Sans"/>
                  <a:sym typeface="DM Sans"/>
                </a:rPr>
                <a:t> </a:t>
              </a:r>
              <a:r>
                <a:rPr lang="en-US" sz="1862" b="0" i="0" u="none" strike="noStrike" cap="none" dirty="0" err="1">
                  <a:solidFill>
                    <a:srgbClr val="334155"/>
                  </a:solidFill>
                  <a:latin typeface="Merriweather" panose="00000500000000000000" pitchFamily="2" charset="0"/>
                  <a:ea typeface="DM Sans"/>
                  <a:cs typeface="DM Sans"/>
                  <a:sym typeface="DM Sans"/>
                </a:rPr>
                <a:t>biện</a:t>
              </a:r>
              <a:r>
                <a:rPr lang="en-US" sz="1862" b="0" i="0" u="none" strike="noStrike" cap="none" dirty="0">
                  <a:solidFill>
                    <a:srgbClr val="334155"/>
                  </a:solidFill>
                  <a:latin typeface="Merriweather" panose="00000500000000000000" pitchFamily="2" charset="0"/>
                  <a:ea typeface="DM Sans"/>
                  <a:cs typeface="DM Sans"/>
                  <a:sym typeface="DM Sans"/>
                </a:rPr>
                <a:t>: </a:t>
              </a:r>
              <a:r>
                <a:rPr lang="en-US" sz="1862" b="0" i="0" u="none" strike="noStrike" cap="none" dirty="0" err="1">
                  <a:solidFill>
                    <a:srgbClr val="334155"/>
                  </a:solidFill>
                  <a:latin typeface="Merriweather" panose="00000500000000000000" pitchFamily="2" charset="0"/>
                  <a:ea typeface="DM Sans"/>
                  <a:cs typeface="DM Sans"/>
                  <a:sym typeface="DM Sans"/>
                </a:rPr>
                <a:t>Đối</a:t>
              </a:r>
              <a:r>
                <a:rPr lang="en-US" sz="1862" b="0" i="0" u="none" strike="noStrike" cap="none" dirty="0">
                  <a:solidFill>
                    <a:srgbClr val="334155"/>
                  </a:solidFill>
                  <a:latin typeface="Merriweather" panose="00000500000000000000" pitchFamily="2" charset="0"/>
                  <a:ea typeface="DM Sans"/>
                  <a:cs typeface="DM Sans"/>
                  <a:sym typeface="DM Sans"/>
                </a:rPr>
                <a:t> </a:t>
              </a:r>
              <a:r>
                <a:rPr lang="en-US" sz="1862" b="0" i="0" u="none" strike="noStrike" cap="none" dirty="0" err="1">
                  <a:solidFill>
                    <a:srgbClr val="334155"/>
                  </a:solidFill>
                  <a:latin typeface="Merriweather" panose="00000500000000000000" pitchFamily="2" charset="0"/>
                  <a:ea typeface="DM Sans"/>
                  <a:cs typeface="DM Sans"/>
                  <a:sym typeface="DM Sans"/>
                </a:rPr>
                <a:t>chiếu</a:t>
              </a:r>
              <a:r>
                <a:rPr lang="en-US" sz="1862" b="0" i="0" u="none" strike="noStrike" cap="none" dirty="0">
                  <a:solidFill>
                    <a:srgbClr val="334155"/>
                  </a:solidFill>
                  <a:latin typeface="Merriweather" panose="00000500000000000000" pitchFamily="2" charset="0"/>
                  <a:ea typeface="DM Sans"/>
                  <a:cs typeface="DM Sans"/>
                  <a:sym typeface="DM Sans"/>
                </a:rPr>
                <a:t> </a:t>
              </a:r>
              <a:r>
                <a:rPr lang="en-US" sz="1862" b="0" i="0" u="none" strike="noStrike" cap="none" dirty="0" err="1">
                  <a:solidFill>
                    <a:srgbClr val="334155"/>
                  </a:solidFill>
                  <a:latin typeface="Merriweather" panose="00000500000000000000" pitchFamily="2" charset="0"/>
                  <a:ea typeface="DM Sans"/>
                  <a:cs typeface="DM Sans"/>
                  <a:sym typeface="DM Sans"/>
                </a:rPr>
                <a:t>nguồn</a:t>
              </a:r>
              <a:r>
                <a:rPr lang="en-US" sz="1862" b="0" i="0" u="none" strike="noStrike" cap="none" dirty="0">
                  <a:solidFill>
                    <a:srgbClr val="334155"/>
                  </a:solidFill>
                  <a:latin typeface="Merriweather" panose="00000500000000000000" pitchFamily="2" charset="0"/>
                  <a:ea typeface="DM Sans"/>
                  <a:cs typeface="DM Sans"/>
                  <a:sym typeface="DM Sans"/>
                </a:rPr>
                <a:t> </a:t>
              </a:r>
              <a:r>
                <a:rPr lang="en-US" sz="1862" b="0" i="0" u="none" strike="noStrike" cap="none" dirty="0" err="1">
                  <a:solidFill>
                    <a:srgbClr val="334155"/>
                  </a:solidFill>
                  <a:latin typeface="Merriweather" panose="00000500000000000000" pitchFamily="2" charset="0"/>
                  <a:ea typeface="DM Sans"/>
                  <a:cs typeface="DM Sans"/>
                  <a:sym typeface="DM Sans"/>
                </a:rPr>
                <a:t>uy</a:t>
              </a:r>
              <a:r>
                <a:rPr lang="en-US" sz="1862" b="0" i="0" u="none" strike="noStrike" cap="none" dirty="0">
                  <a:solidFill>
                    <a:srgbClr val="334155"/>
                  </a:solidFill>
                  <a:latin typeface="Merriweather" panose="00000500000000000000" pitchFamily="2" charset="0"/>
                  <a:ea typeface="DM Sans"/>
                  <a:cs typeface="DM Sans"/>
                  <a:sym typeface="DM Sans"/>
                </a:rPr>
                <a:t> </a:t>
              </a:r>
              <a:r>
                <a:rPr lang="en-US" sz="1862" b="0" i="0" u="none" strike="noStrike" cap="none" dirty="0" err="1">
                  <a:solidFill>
                    <a:srgbClr val="334155"/>
                  </a:solidFill>
                  <a:latin typeface="Merriweather" panose="00000500000000000000" pitchFamily="2" charset="0"/>
                  <a:ea typeface="DM Sans"/>
                  <a:cs typeface="DM Sans"/>
                  <a:sym typeface="DM Sans"/>
                </a:rPr>
                <a:t>tín</a:t>
              </a:r>
              <a:r>
                <a:rPr lang="en-US" sz="1862" b="0" i="0" u="none" strike="noStrike" cap="none" dirty="0">
                  <a:solidFill>
                    <a:srgbClr val="334155"/>
                  </a:solidFill>
                  <a:latin typeface="Merriweather" panose="00000500000000000000" pitchFamily="2" charset="0"/>
                  <a:ea typeface="DM Sans"/>
                  <a:cs typeface="DM Sans"/>
                  <a:sym typeface="DM Sans"/>
                </a:rPr>
                <a:t>, </a:t>
              </a:r>
              <a:r>
                <a:rPr lang="en-US" sz="1862" b="0" i="0" u="none" strike="noStrike" cap="none" dirty="0" err="1">
                  <a:solidFill>
                    <a:srgbClr val="334155"/>
                  </a:solidFill>
                  <a:latin typeface="Merriweather" panose="00000500000000000000" pitchFamily="2" charset="0"/>
                  <a:ea typeface="DM Sans"/>
                  <a:cs typeface="DM Sans"/>
                  <a:sym typeface="DM Sans"/>
                </a:rPr>
                <a:t>phân</a:t>
              </a:r>
              <a:r>
                <a:rPr lang="en-US" sz="1862" b="0" i="0" u="none" strike="noStrike" cap="none" dirty="0">
                  <a:solidFill>
                    <a:srgbClr val="334155"/>
                  </a:solidFill>
                  <a:latin typeface="Merriweather" panose="00000500000000000000" pitchFamily="2" charset="0"/>
                  <a:ea typeface="DM Sans"/>
                  <a:cs typeface="DM Sans"/>
                  <a:sym typeface="DM Sans"/>
                </a:rPr>
                <a:t> </a:t>
              </a:r>
              <a:r>
                <a:rPr lang="en-US" sz="1862" b="0" i="0" u="none" strike="noStrike" cap="none" dirty="0" err="1">
                  <a:solidFill>
                    <a:srgbClr val="334155"/>
                  </a:solidFill>
                  <a:latin typeface="Merriweather" panose="00000500000000000000" pitchFamily="2" charset="0"/>
                  <a:ea typeface="DM Sans"/>
                  <a:cs typeface="DM Sans"/>
                  <a:sym typeface="DM Sans"/>
                </a:rPr>
                <a:t>tích</a:t>
              </a:r>
              <a:r>
                <a:rPr lang="en-US" sz="1862" b="0" i="0" u="none" strike="noStrike" cap="none" dirty="0">
                  <a:solidFill>
                    <a:srgbClr val="334155"/>
                  </a:solidFill>
                  <a:latin typeface="Merriweather" panose="00000500000000000000" pitchFamily="2" charset="0"/>
                  <a:ea typeface="DM Sans"/>
                  <a:cs typeface="DM Sans"/>
                  <a:sym typeface="DM Sans"/>
                </a:rPr>
                <a:t> </a:t>
              </a:r>
              <a:r>
                <a:rPr lang="en-US" sz="1862" b="0" i="0" u="none" strike="noStrike" cap="none" dirty="0" err="1">
                  <a:solidFill>
                    <a:srgbClr val="334155"/>
                  </a:solidFill>
                  <a:latin typeface="Merriweather" panose="00000500000000000000" pitchFamily="2" charset="0"/>
                  <a:ea typeface="DM Sans"/>
                  <a:cs typeface="DM Sans"/>
                  <a:sym typeface="DM Sans"/>
                </a:rPr>
                <a:t>bản</a:t>
              </a:r>
              <a:r>
                <a:rPr lang="en-US" sz="1862" b="0" i="0" u="none" strike="noStrike" cap="none" dirty="0">
                  <a:solidFill>
                    <a:srgbClr val="334155"/>
                  </a:solidFill>
                  <a:latin typeface="Merriweather" panose="00000500000000000000" pitchFamily="2" charset="0"/>
                  <a:ea typeface="DM Sans"/>
                  <a:cs typeface="DM Sans"/>
                  <a:sym typeface="DM Sans"/>
                </a:rPr>
                <a:t> </a:t>
              </a:r>
              <a:r>
                <a:rPr lang="en-US" sz="1862" b="0" i="0" u="none" strike="noStrike" cap="none" dirty="0" err="1">
                  <a:solidFill>
                    <a:srgbClr val="334155"/>
                  </a:solidFill>
                  <a:latin typeface="Merriweather" panose="00000500000000000000" pitchFamily="2" charset="0"/>
                  <a:ea typeface="DM Sans"/>
                  <a:cs typeface="DM Sans"/>
                  <a:sym typeface="DM Sans"/>
                </a:rPr>
                <a:t>chất</a:t>
              </a:r>
              <a:r>
                <a:rPr lang="en-US" sz="1862" b="0" i="0" u="none" strike="noStrike" cap="none" dirty="0">
                  <a:solidFill>
                    <a:srgbClr val="334155"/>
                  </a:solidFill>
                  <a:latin typeface="Merriweather" panose="00000500000000000000" pitchFamily="2" charset="0"/>
                  <a:ea typeface="DM Sans"/>
                  <a:cs typeface="DM Sans"/>
                  <a:sym typeface="DM Sans"/>
                </a:rPr>
                <a:t>. </a:t>
              </a:r>
              <a:r>
                <a:rPr lang="en-US" sz="1862" b="0" i="0" u="none" strike="noStrike" cap="none" dirty="0" err="1">
                  <a:solidFill>
                    <a:srgbClr val="334155"/>
                  </a:solidFill>
                  <a:latin typeface="Merriweather" panose="00000500000000000000" pitchFamily="2" charset="0"/>
                  <a:ea typeface="DM Sans"/>
                  <a:cs typeface="DM Sans"/>
                  <a:sym typeface="DM Sans"/>
                </a:rPr>
                <a:t>Gạt</a:t>
              </a:r>
              <a:r>
                <a:rPr lang="en-US" sz="1862" b="0" i="0" u="none" strike="noStrike" cap="none" dirty="0">
                  <a:solidFill>
                    <a:srgbClr val="334155"/>
                  </a:solidFill>
                  <a:latin typeface="Merriweather" panose="00000500000000000000" pitchFamily="2" charset="0"/>
                  <a:ea typeface="DM Sans"/>
                  <a:cs typeface="DM Sans"/>
                  <a:sym typeface="DM Sans"/>
                </a:rPr>
                <a:t> </a:t>
              </a:r>
              <a:r>
                <a:rPr lang="en-US" sz="1862" b="0" i="0" u="none" strike="noStrike" cap="none" dirty="0" err="1">
                  <a:solidFill>
                    <a:srgbClr val="334155"/>
                  </a:solidFill>
                  <a:latin typeface="Merriweather" panose="00000500000000000000" pitchFamily="2" charset="0"/>
                  <a:ea typeface="DM Sans"/>
                  <a:cs typeface="DM Sans"/>
                  <a:sym typeface="DM Sans"/>
                </a:rPr>
                <a:t>bỏ</a:t>
              </a:r>
              <a:r>
                <a:rPr lang="en-US" sz="1862" b="0" i="0" u="none" strike="noStrike" cap="none" dirty="0">
                  <a:solidFill>
                    <a:srgbClr val="334155"/>
                  </a:solidFill>
                  <a:latin typeface="Merriweather" panose="00000500000000000000" pitchFamily="2" charset="0"/>
                  <a:ea typeface="DM Sans"/>
                  <a:cs typeface="DM Sans"/>
                  <a:sym typeface="DM Sans"/>
                </a:rPr>
                <a:t> </a:t>
              </a:r>
              <a:r>
                <a:rPr lang="en-US" sz="1862" b="0" i="0" u="none" strike="noStrike" cap="none" dirty="0" err="1">
                  <a:solidFill>
                    <a:srgbClr val="334155"/>
                  </a:solidFill>
                  <a:latin typeface="Merriweather" panose="00000500000000000000" pitchFamily="2" charset="0"/>
                  <a:ea typeface="DM Sans"/>
                  <a:cs typeface="DM Sans"/>
                  <a:sym typeface="DM Sans"/>
                </a:rPr>
                <a:t>hiện</a:t>
              </a:r>
              <a:r>
                <a:rPr lang="en-US" sz="1862" b="0" i="0" u="none" strike="noStrike" cap="none" dirty="0">
                  <a:solidFill>
                    <a:srgbClr val="334155"/>
                  </a:solidFill>
                  <a:latin typeface="Merriweather" panose="00000500000000000000" pitchFamily="2" charset="0"/>
                  <a:ea typeface="DM Sans"/>
                  <a:cs typeface="DM Sans"/>
                  <a:sym typeface="DM Sans"/>
                </a:rPr>
                <a:t> </a:t>
              </a:r>
              <a:r>
                <a:rPr lang="en-US" sz="1862" b="0" i="0" u="none" strike="noStrike" cap="none" dirty="0" err="1">
                  <a:solidFill>
                    <a:srgbClr val="334155"/>
                  </a:solidFill>
                  <a:latin typeface="Merriweather" panose="00000500000000000000" pitchFamily="2" charset="0"/>
                  <a:ea typeface="DM Sans"/>
                  <a:cs typeface="DM Sans"/>
                  <a:sym typeface="DM Sans"/>
                </a:rPr>
                <a:t>tượng</a:t>
              </a:r>
              <a:r>
                <a:rPr lang="en-US" sz="1862" b="0" i="0" u="none" strike="noStrike" cap="none" dirty="0">
                  <a:solidFill>
                    <a:srgbClr val="334155"/>
                  </a:solidFill>
                  <a:latin typeface="Merriweather" panose="00000500000000000000" pitchFamily="2" charset="0"/>
                  <a:ea typeface="DM Sans"/>
                  <a:cs typeface="DM Sans"/>
                  <a:sym typeface="DM Sans"/>
                </a:rPr>
                <a:t> </a:t>
              </a:r>
              <a:r>
                <a:rPr lang="en-US" sz="1862" b="0" i="0" u="none" strike="noStrike" cap="none" dirty="0" err="1">
                  <a:solidFill>
                    <a:srgbClr val="334155"/>
                  </a:solidFill>
                  <a:latin typeface="Merriweather" panose="00000500000000000000" pitchFamily="2" charset="0"/>
                  <a:ea typeface="DM Sans"/>
                  <a:cs typeface="DM Sans"/>
                  <a:sym typeface="DM Sans"/>
                </a:rPr>
                <a:t>giả</a:t>
              </a:r>
              <a:r>
                <a:rPr lang="en-US" sz="1862" b="0" i="0" u="none" strike="noStrike" cap="none" dirty="0">
                  <a:solidFill>
                    <a:srgbClr val="334155"/>
                  </a:solidFill>
                  <a:latin typeface="Merriweather" panose="00000500000000000000" pitchFamily="2" charset="0"/>
                  <a:ea typeface="DM Sans"/>
                  <a:cs typeface="DM Sans"/>
                  <a:sym typeface="DM Sans"/>
                </a:rPr>
                <a:t> </a:t>
              </a:r>
              <a:r>
                <a:rPr lang="en-US" sz="1862" b="0" i="0" u="none" strike="noStrike" cap="none" dirty="0" err="1">
                  <a:solidFill>
                    <a:srgbClr val="334155"/>
                  </a:solidFill>
                  <a:latin typeface="Merriweather" panose="00000500000000000000" pitchFamily="2" charset="0"/>
                  <a:ea typeface="DM Sans"/>
                  <a:cs typeface="DM Sans"/>
                  <a:sym typeface="DM Sans"/>
                </a:rPr>
                <a:t>tạo</a:t>
              </a:r>
              <a:r>
                <a:rPr lang="en-US" sz="1862" b="0" i="0" u="none" strike="noStrike" cap="none" dirty="0">
                  <a:solidFill>
                    <a:srgbClr val="334155"/>
                  </a:solidFill>
                  <a:latin typeface="Merriweather" panose="00000500000000000000" pitchFamily="2" charset="0"/>
                  <a:ea typeface="DM Sans"/>
                  <a:cs typeface="DM Sans"/>
                  <a:sym typeface="DM Sans"/>
                </a:rPr>
                <a:t>.</a:t>
              </a:r>
              <a:endParaRPr sz="1738" dirty="0">
                <a:latin typeface="Merriweather" panose="00000500000000000000" pitchFamily="2" charset="0"/>
              </a:endParaRPr>
            </a:p>
          </p:txBody>
        </p:sp>
      </p:grpSp>
      <p:grpSp>
        <p:nvGrpSpPr>
          <p:cNvPr id="10" name="Google Shape;216;p24">
            <a:extLst>
              <a:ext uri="{FF2B5EF4-FFF2-40B4-BE49-F238E27FC236}">
                <a16:creationId xmlns:a16="http://schemas.microsoft.com/office/drawing/2014/main" id="{CAD30E24-D33D-770B-43C4-C50B17626C69}"/>
              </a:ext>
            </a:extLst>
          </p:cNvPr>
          <p:cNvGrpSpPr/>
          <p:nvPr/>
        </p:nvGrpSpPr>
        <p:grpSpPr>
          <a:xfrm>
            <a:off x="8114726" y="16287017"/>
            <a:ext cx="4226623" cy="2427478"/>
            <a:chOff x="8128099" y="3414712"/>
            <a:chExt cx="3302049" cy="1896467"/>
          </a:xfrm>
        </p:grpSpPr>
        <p:pic>
          <p:nvPicPr>
            <p:cNvPr id="11" name="Google Shape;217;p24" descr="image.png">
              <a:extLst>
                <a:ext uri="{FF2B5EF4-FFF2-40B4-BE49-F238E27FC236}">
                  <a16:creationId xmlns:a16="http://schemas.microsoft.com/office/drawing/2014/main" id="{4A8FDE88-E793-A907-AA41-22C59A3EBD10}"/>
                </a:ext>
              </a:extLst>
            </p:cNvPr>
            <p:cNvPicPr preferRelativeResize="0"/>
            <p:nvPr/>
          </p:nvPicPr>
          <p:blipFill rotWithShape="1">
            <a:blip r:embed="rId12">
              <a:alphaModFix/>
            </a:blip>
            <a:srcRect/>
            <a:stretch/>
          </p:blipFill>
          <p:spPr>
            <a:xfrm>
              <a:off x="8128099" y="3414712"/>
              <a:ext cx="3302049" cy="1533525"/>
            </a:xfrm>
            <a:prstGeom prst="rect">
              <a:avLst/>
            </a:prstGeom>
            <a:noFill/>
            <a:ln>
              <a:noFill/>
            </a:ln>
          </p:spPr>
        </p:pic>
        <p:sp>
          <p:nvSpPr>
            <p:cNvPr id="12" name="Google Shape;218;p24">
              <a:extLst>
                <a:ext uri="{FF2B5EF4-FFF2-40B4-BE49-F238E27FC236}">
                  <a16:creationId xmlns:a16="http://schemas.microsoft.com/office/drawing/2014/main" id="{D4C53477-0100-D887-4596-4CF6E3ADFCB5}"/>
                </a:ext>
              </a:extLst>
            </p:cNvPr>
            <p:cNvSpPr txBox="1"/>
            <p:nvPr/>
          </p:nvSpPr>
          <p:spPr>
            <a:xfrm>
              <a:off x="8255524" y="3545887"/>
              <a:ext cx="3047100" cy="216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797" b="1" i="0" u="none" strike="noStrike" cap="none" dirty="0" err="1">
                  <a:solidFill>
                    <a:srgbClr val="003366"/>
                  </a:solidFill>
                  <a:latin typeface="Merriweather" panose="00000500000000000000" pitchFamily="2" charset="0"/>
                  <a:ea typeface="Merriweather"/>
                  <a:cs typeface="Merriweather"/>
                  <a:sym typeface="Merriweather"/>
                </a:rPr>
                <a:t>GĐ</a:t>
              </a:r>
              <a:r>
                <a:rPr lang="en-US" sz="1797" b="1" i="0" u="none" strike="noStrike" cap="none" dirty="0">
                  <a:solidFill>
                    <a:srgbClr val="003366"/>
                  </a:solidFill>
                  <a:latin typeface="Merriweather" panose="00000500000000000000" pitchFamily="2" charset="0"/>
                  <a:ea typeface="Merriweather"/>
                  <a:cs typeface="Merriweather"/>
                  <a:sym typeface="Merriweather"/>
                </a:rPr>
                <a:t> 3: </a:t>
              </a:r>
              <a:r>
                <a:rPr lang="en-US" sz="1797" b="1" i="0" u="none" strike="noStrike" cap="none" dirty="0" err="1">
                  <a:solidFill>
                    <a:srgbClr val="003366"/>
                  </a:solidFill>
                  <a:latin typeface="Merriweather" panose="00000500000000000000" pitchFamily="2" charset="0"/>
                  <a:ea typeface="Merriweather"/>
                  <a:cs typeface="Merriweather"/>
                  <a:sym typeface="Merriweather"/>
                </a:rPr>
                <a:t>Thực</a:t>
              </a:r>
              <a:r>
                <a:rPr lang="en-US" sz="1797" b="1" i="0" u="none" strike="noStrike" cap="none" dirty="0">
                  <a:solidFill>
                    <a:srgbClr val="003366"/>
                  </a:solidFill>
                  <a:latin typeface="Merriweather" panose="00000500000000000000" pitchFamily="2" charset="0"/>
                  <a:ea typeface="Merriweather"/>
                  <a:cs typeface="Merriweather"/>
                  <a:sym typeface="Merriweather"/>
                </a:rPr>
                <a:t> </a:t>
              </a:r>
              <a:r>
                <a:rPr lang="en-US" sz="1797" b="1" i="0" u="none" strike="noStrike" cap="none" dirty="0" err="1">
                  <a:solidFill>
                    <a:srgbClr val="003366"/>
                  </a:solidFill>
                  <a:latin typeface="Merriweather" panose="00000500000000000000" pitchFamily="2" charset="0"/>
                  <a:ea typeface="Merriweather"/>
                  <a:cs typeface="Merriweather"/>
                  <a:sym typeface="Merriweather"/>
                </a:rPr>
                <a:t>tiễn</a:t>
              </a:r>
              <a:r>
                <a:rPr lang="en-US" sz="1797" b="1" i="0" u="none" strike="noStrike" cap="none" dirty="0">
                  <a:solidFill>
                    <a:srgbClr val="003366"/>
                  </a:solidFill>
                  <a:latin typeface="Merriweather" panose="00000500000000000000" pitchFamily="2" charset="0"/>
                  <a:ea typeface="Merriweather"/>
                  <a:cs typeface="Merriweather"/>
                  <a:sym typeface="Merriweather"/>
                </a:rPr>
                <a:t> </a:t>
              </a:r>
              <a:r>
                <a:rPr lang="en-US" sz="1797" b="1" i="0" u="none" strike="noStrike" cap="none" dirty="0" err="1">
                  <a:solidFill>
                    <a:srgbClr val="003366"/>
                  </a:solidFill>
                  <a:latin typeface="Merriweather" panose="00000500000000000000" pitchFamily="2" charset="0"/>
                  <a:ea typeface="Merriweather"/>
                  <a:cs typeface="Merriweather"/>
                  <a:sym typeface="Merriweather"/>
                </a:rPr>
                <a:t>kiểm</a:t>
              </a:r>
              <a:r>
                <a:rPr lang="en-US" sz="1797" b="1" i="0" u="none" strike="noStrike" cap="none" dirty="0">
                  <a:solidFill>
                    <a:srgbClr val="003366"/>
                  </a:solidFill>
                  <a:latin typeface="Merriweather" panose="00000500000000000000" pitchFamily="2" charset="0"/>
                  <a:ea typeface="Merriweather"/>
                  <a:cs typeface="Merriweather"/>
                  <a:sym typeface="Merriweather"/>
                </a:rPr>
                <a:t> </a:t>
              </a:r>
              <a:r>
                <a:rPr lang="en-US" sz="1797" b="1" i="0" u="none" strike="noStrike" cap="none" dirty="0" err="1">
                  <a:solidFill>
                    <a:srgbClr val="003366"/>
                  </a:solidFill>
                  <a:latin typeface="Merriweather" panose="00000500000000000000" pitchFamily="2" charset="0"/>
                  <a:ea typeface="Merriweather"/>
                  <a:cs typeface="Merriweather"/>
                  <a:sym typeface="Merriweather"/>
                </a:rPr>
                <a:t>chứng</a:t>
              </a:r>
              <a:endParaRPr sz="1792" dirty="0">
                <a:latin typeface="Merriweather" panose="00000500000000000000" pitchFamily="2" charset="0"/>
              </a:endParaRPr>
            </a:p>
          </p:txBody>
        </p:sp>
        <p:sp>
          <p:nvSpPr>
            <p:cNvPr id="13" name="Google Shape;219;p24">
              <a:extLst>
                <a:ext uri="{FF2B5EF4-FFF2-40B4-BE49-F238E27FC236}">
                  <a16:creationId xmlns:a16="http://schemas.microsoft.com/office/drawing/2014/main" id="{C02216E4-364C-E535-3AD1-9399398EA9FE}"/>
                </a:ext>
              </a:extLst>
            </p:cNvPr>
            <p:cNvSpPr txBox="1"/>
            <p:nvPr/>
          </p:nvSpPr>
          <p:spPr>
            <a:xfrm>
              <a:off x="8328124" y="3833812"/>
              <a:ext cx="2901900" cy="1477367"/>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920" b="0" i="0" u="none" strike="noStrike" cap="none">
                  <a:solidFill>
                    <a:srgbClr val="334155"/>
                  </a:solidFill>
                  <a:latin typeface="Merriweather" panose="00000500000000000000" pitchFamily="2" charset="0"/>
                  <a:ea typeface="DM Sans"/>
                  <a:cs typeface="DM Sans"/>
                  <a:sym typeface="DM Sans"/>
                </a:rPr>
                <a:t>Chốt chặn cuối cùng: "Chạy thử", test thực tế. Thực tiễn sẽ đập tan mọi ảo tưởng cảm tính.</a:t>
              </a:r>
              <a:endParaRPr sz="1792">
                <a:latin typeface="Merriweather" panose="00000500000000000000" pitchFamily="2" charset="0"/>
              </a:endParaRPr>
            </a:p>
          </p:txBody>
        </p:sp>
      </p:grpSp>
      <p:sp>
        <p:nvSpPr>
          <p:cNvPr id="14" name="Google Shape;206;p24">
            <a:extLst>
              <a:ext uri="{FF2B5EF4-FFF2-40B4-BE49-F238E27FC236}">
                <a16:creationId xmlns:a16="http://schemas.microsoft.com/office/drawing/2014/main" id="{392CDFD7-AFD8-4522-3E4B-1BC37F36438A}"/>
              </a:ext>
            </a:extLst>
          </p:cNvPr>
          <p:cNvSpPr txBox="1"/>
          <p:nvPr/>
        </p:nvSpPr>
        <p:spPr>
          <a:xfrm>
            <a:off x="878392" y="-1799883"/>
            <a:ext cx="11401425"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dirty="0">
                <a:solidFill>
                  <a:srgbClr val="003366"/>
                </a:solidFill>
                <a:latin typeface="Merriweather" panose="00000500000000000000" pitchFamily="2" charset="0"/>
                <a:ea typeface="Merriweather"/>
                <a:cs typeface="Merriweather"/>
                <a:sym typeface="Merriweather"/>
              </a:rPr>
              <a:t>Quy </a:t>
            </a:r>
            <a:r>
              <a:rPr lang="en-US" sz="3600" b="1" i="0" u="none" strike="noStrike" cap="none" dirty="0" err="1">
                <a:solidFill>
                  <a:srgbClr val="003366"/>
                </a:solidFill>
                <a:latin typeface="Merriweather" panose="00000500000000000000" pitchFamily="2" charset="0"/>
                <a:ea typeface="Merriweather"/>
                <a:cs typeface="Merriweather"/>
                <a:sym typeface="Merriweather"/>
              </a:rPr>
              <a:t>trình</a:t>
            </a:r>
            <a:r>
              <a:rPr lang="en-US" sz="3600" b="1" i="0" u="none" strike="noStrike" cap="none" dirty="0">
                <a:solidFill>
                  <a:srgbClr val="003366"/>
                </a:solidFill>
                <a:latin typeface="Merriweather" panose="00000500000000000000" pitchFamily="2" charset="0"/>
                <a:ea typeface="Merriweather"/>
                <a:cs typeface="Merriweather"/>
                <a:sym typeface="Merriweather"/>
              </a:rPr>
              <a:t> </a:t>
            </a:r>
            <a:r>
              <a:rPr lang="en-US" sz="3600" b="1" i="0" u="none" strike="noStrike" cap="none" dirty="0" err="1">
                <a:solidFill>
                  <a:srgbClr val="003366"/>
                </a:solidFill>
                <a:latin typeface="Merriweather" panose="00000500000000000000" pitchFamily="2" charset="0"/>
                <a:ea typeface="Merriweather"/>
                <a:cs typeface="Merriweather"/>
                <a:sym typeface="Merriweather"/>
              </a:rPr>
              <a:t>xác</a:t>
            </a:r>
            <a:r>
              <a:rPr lang="en-US" sz="3600" b="1" i="0" u="none" strike="noStrike" cap="none" dirty="0">
                <a:solidFill>
                  <a:srgbClr val="003366"/>
                </a:solidFill>
                <a:latin typeface="Merriweather" panose="00000500000000000000" pitchFamily="2" charset="0"/>
                <a:ea typeface="Merriweather"/>
                <a:cs typeface="Merriweather"/>
                <a:sym typeface="Merriweather"/>
              </a:rPr>
              <a:t> </a:t>
            </a:r>
            <a:r>
              <a:rPr lang="en-US" sz="3600" b="1" i="0" u="none" strike="noStrike" cap="none" dirty="0" err="1">
                <a:solidFill>
                  <a:srgbClr val="003366"/>
                </a:solidFill>
                <a:latin typeface="Merriweather" panose="00000500000000000000" pitchFamily="2" charset="0"/>
                <a:ea typeface="Merriweather"/>
                <a:cs typeface="Merriweather"/>
                <a:sym typeface="Merriweather"/>
              </a:rPr>
              <a:t>định</a:t>
            </a:r>
            <a:r>
              <a:rPr lang="en-US" sz="3600" b="1" i="0" u="none" strike="noStrike" cap="none" dirty="0">
                <a:solidFill>
                  <a:srgbClr val="003366"/>
                </a:solidFill>
                <a:latin typeface="Merriweather" panose="00000500000000000000" pitchFamily="2" charset="0"/>
                <a:ea typeface="Merriweather"/>
                <a:cs typeface="Merriweather"/>
                <a:sym typeface="Merriweather"/>
              </a:rPr>
              <a:t> Thông tin </a:t>
            </a:r>
            <a:r>
              <a:rPr lang="en-US" sz="3600" b="1" i="0" u="none" strike="noStrike" cap="none" dirty="0" err="1">
                <a:solidFill>
                  <a:srgbClr val="003366"/>
                </a:solidFill>
                <a:latin typeface="Merriweather" panose="00000500000000000000" pitchFamily="2" charset="0"/>
                <a:ea typeface="Merriweather"/>
                <a:cs typeface="Merriweather"/>
                <a:sym typeface="Merriweather"/>
              </a:rPr>
              <a:t>đúng</a:t>
            </a:r>
            <a:endParaRPr dirty="0">
              <a:latin typeface="Merriweather" panose="00000500000000000000" pitchFamily="2"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9E5"/>
        </a:solidFill>
        <a:effectLst/>
      </p:bgPr>
    </p:bg>
    <p:spTree>
      <p:nvGrpSpPr>
        <p:cNvPr id="1" name="Shape 242"/>
        <p:cNvGrpSpPr/>
        <p:nvPr/>
      </p:nvGrpSpPr>
      <p:grpSpPr>
        <a:xfrm>
          <a:off x="0" y="0"/>
          <a:ext cx="0" cy="0"/>
          <a:chOff x="0" y="0"/>
          <a:chExt cx="0" cy="0"/>
        </a:xfrm>
      </p:grpSpPr>
      <p:pic>
        <p:nvPicPr>
          <p:cNvPr id="243" name="Google Shape;243;p26"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44" name="Google Shape;244;p26"/>
          <p:cNvSpPr/>
          <p:nvPr/>
        </p:nvSpPr>
        <p:spPr>
          <a:xfrm>
            <a:off x="571500" y="2308919"/>
            <a:ext cx="11049000" cy="3192660"/>
          </a:xfrm>
          <a:prstGeom prst="roundRect">
            <a:avLst>
              <a:gd name="adj" fmla="val 0"/>
            </a:avLst>
          </a:prstGeom>
          <a:solidFill>
            <a:srgbClr val="FFFFFF"/>
          </a:solidFill>
          <a:ln w="9525" cap="flat" cmpd="sng">
            <a:solidFill>
              <a:srgbClr val="4A7DBA"/>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erriweather" panose="00000500000000000000" pitchFamily="2" charset="0"/>
              <a:ea typeface="Calibri"/>
              <a:cs typeface="Calibri"/>
              <a:sym typeface="Calibri"/>
            </a:endParaRPr>
          </a:p>
        </p:txBody>
      </p:sp>
      <p:graphicFrame>
        <p:nvGraphicFramePr>
          <p:cNvPr id="245" name="Google Shape;245;p26"/>
          <p:cNvGraphicFramePr/>
          <p:nvPr>
            <p:extLst>
              <p:ext uri="{D42A27DB-BD31-4B8C-83A1-F6EECF244321}">
                <p14:modId xmlns:p14="http://schemas.microsoft.com/office/powerpoint/2010/main" val="1356312051"/>
              </p:ext>
            </p:extLst>
          </p:nvPr>
        </p:nvGraphicFramePr>
        <p:xfrm>
          <a:off x="571500" y="2308919"/>
          <a:ext cx="11049000" cy="3192625"/>
        </p:xfrm>
        <a:graphic>
          <a:graphicData uri="http://schemas.openxmlformats.org/drawingml/2006/table">
            <a:tbl>
              <a:tblPr firstRow="1" bandRow="1">
                <a:noFill/>
                <a:tableStyleId>{040E66B3-F464-4868-AC42-BC6CB8EFD5E3}</a:tableStyleId>
              </a:tblPr>
              <a:tblGrid>
                <a:gridCol w="1558525">
                  <a:extLst>
                    <a:ext uri="{9D8B030D-6E8A-4147-A177-3AD203B41FA5}">
                      <a16:colId xmlns:a16="http://schemas.microsoft.com/office/drawing/2014/main" val="20000"/>
                    </a:ext>
                  </a:extLst>
                </a:gridCol>
                <a:gridCol w="4603100">
                  <a:extLst>
                    <a:ext uri="{9D8B030D-6E8A-4147-A177-3AD203B41FA5}">
                      <a16:colId xmlns:a16="http://schemas.microsoft.com/office/drawing/2014/main" val="20001"/>
                    </a:ext>
                  </a:extLst>
                </a:gridCol>
                <a:gridCol w="4887375">
                  <a:extLst>
                    <a:ext uri="{9D8B030D-6E8A-4147-A177-3AD203B41FA5}">
                      <a16:colId xmlns:a16="http://schemas.microsoft.com/office/drawing/2014/main" val="20002"/>
                    </a:ext>
                  </a:extLst>
                </a:gridCol>
              </a:tblGrid>
              <a:tr h="638525">
                <a:tc>
                  <a:txBody>
                    <a:bodyPr/>
                    <a:lstStyle/>
                    <a:p>
                      <a:pPr marL="0" marR="0" lvl="0" indent="0" algn="l" rtl="0">
                        <a:spcBef>
                          <a:spcPts val="0"/>
                        </a:spcBef>
                        <a:spcAft>
                          <a:spcPts val="0"/>
                        </a:spcAft>
                        <a:buNone/>
                      </a:pPr>
                      <a:r>
                        <a:rPr lang="en-US" sz="1500" b="1" i="0" u="none" strike="noStrike" cap="none">
                          <a:solidFill>
                            <a:srgbClr val="FFFFFF"/>
                          </a:solidFill>
                          <a:latin typeface="Merriweather" panose="00000500000000000000" pitchFamily="2" charset="0"/>
                          <a:ea typeface="Merriweather"/>
                          <a:cs typeface="Merriweather"/>
                          <a:sym typeface="Merriweather"/>
                        </a:rPr>
                        <a:t>Tiêu chí</a:t>
                      </a:r>
                      <a:endParaRPr>
                        <a:latin typeface="Merriweather" panose="00000500000000000000" pitchFamily="2" charset="0"/>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3366"/>
                    </a:solidFill>
                  </a:tcPr>
                </a:tc>
                <a:tc>
                  <a:txBody>
                    <a:bodyPr/>
                    <a:lstStyle/>
                    <a:p>
                      <a:pPr marL="0" marR="0" lvl="0" indent="0" algn="l" rtl="0">
                        <a:spcBef>
                          <a:spcPts val="0"/>
                        </a:spcBef>
                        <a:spcAft>
                          <a:spcPts val="0"/>
                        </a:spcAft>
                        <a:buNone/>
                      </a:pPr>
                      <a:r>
                        <a:rPr lang="en-US" sz="1500" b="1" i="0" u="none" strike="noStrike" cap="none">
                          <a:solidFill>
                            <a:srgbClr val="FFFFFF"/>
                          </a:solidFill>
                          <a:latin typeface="Merriweather" panose="00000500000000000000" pitchFamily="2" charset="0"/>
                          <a:ea typeface="Merriweather"/>
                          <a:cs typeface="Merriweather"/>
                          <a:sym typeface="Merriweather"/>
                        </a:rPr>
                        <a:t>Niềm tin sai lầm / Ảo giác</a:t>
                      </a:r>
                      <a:endParaRPr>
                        <a:latin typeface="Merriweather" panose="00000500000000000000" pitchFamily="2" charset="0"/>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3366"/>
                    </a:solidFill>
                  </a:tcPr>
                </a:tc>
                <a:tc>
                  <a:txBody>
                    <a:bodyPr/>
                    <a:lstStyle/>
                    <a:p>
                      <a:pPr marL="0" marR="0" lvl="0" indent="0" algn="l" rtl="0">
                        <a:spcBef>
                          <a:spcPts val="0"/>
                        </a:spcBef>
                        <a:spcAft>
                          <a:spcPts val="0"/>
                        </a:spcAft>
                        <a:buNone/>
                      </a:pPr>
                      <a:r>
                        <a:rPr lang="en-US" sz="1500" b="1" i="0" u="none" strike="noStrike" cap="none" dirty="0" err="1">
                          <a:solidFill>
                            <a:srgbClr val="FFFFFF"/>
                          </a:solidFill>
                          <a:latin typeface="Merriweather" panose="00000500000000000000" pitchFamily="2" charset="0"/>
                          <a:ea typeface="Merriweather"/>
                          <a:cs typeface="Merriweather"/>
                          <a:sym typeface="Merriweather"/>
                        </a:rPr>
                        <a:t>Chân</a:t>
                      </a:r>
                      <a:r>
                        <a:rPr lang="en-US" sz="1500" b="1" i="0" u="none" strike="noStrike" cap="none" dirty="0">
                          <a:solidFill>
                            <a:srgbClr val="FFFFFF"/>
                          </a:solidFill>
                          <a:latin typeface="Merriweather" panose="00000500000000000000" pitchFamily="2" charset="0"/>
                          <a:ea typeface="Merriweather"/>
                          <a:cs typeface="Merriweather"/>
                          <a:sym typeface="Merriweather"/>
                        </a:rPr>
                        <a:t> </a:t>
                      </a:r>
                      <a:r>
                        <a:rPr lang="en-US" sz="1500" b="1" i="0" u="none" strike="noStrike" cap="none" dirty="0" err="1">
                          <a:solidFill>
                            <a:srgbClr val="FFFFFF"/>
                          </a:solidFill>
                          <a:latin typeface="Merriweather" panose="00000500000000000000" pitchFamily="2" charset="0"/>
                          <a:ea typeface="Merriweather"/>
                          <a:cs typeface="Merriweather"/>
                          <a:sym typeface="Merriweather"/>
                        </a:rPr>
                        <a:t>lý</a:t>
                      </a:r>
                      <a:r>
                        <a:rPr lang="en-US" sz="1500" b="1" i="0" u="none" strike="noStrike" cap="none" dirty="0">
                          <a:solidFill>
                            <a:srgbClr val="FFFFFF"/>
                          </a:solidFill>
                          <a:latin typeface="Merriweather" panose="00000500000000000000" pitchFamily="2" charset="0"/>
                          <a:ea typeface="Merriweather"/>
                          <a:cs typeface="Merriweather"/>
                          <a:sym typeface="Merriweather"/>
                        </a:rPr>
                        <a:t> </a:t>
                      </a:r>
                      <a:r>
                        <a:rPr lang="en-US" sz="1500" b="1" i="0" u="none" strike="noStrike" cap="none" dirty="0" err="1">
                          <a:solidFill>
                            <a:srgbClr val="FFFFFF"/>
                          </a:solidFill>
                          <a:latin typeface="Merriweather" panose="00000500000000000000" pitchFamily="2" charset="0"/>
                          <a:ea typeface="Merriweather"/>
                          <a:cs typeface="Merriweather"/>
                          <a:sym typeface="Merriweather"/>
                        </a:rPr>
                        <a:t>Khách</a:t>
                      </a:r>
                      <a:r>
                        <a:rPr lang="en-US" sz="1500" b="1" i="0" u="none" strike="noStrike" cap="none" dirty="0">
                          <a:solidFill>
                            <a:srgbClr val="FFFFFF"/>
                          </a:solidFill>
                          <a:latin typeface="Merriweather" panose="00000500000000000000" pitchFamily="2" charset="0"/>
                          <a:ea typeface="Merriweather"/>
                          <a:cs typeface="Merriweather"/>
                          <a:sym typeface="Merriweather"/>
                        </a:rPr>
                        <a:t> </a:t>
                      </a:r>
                      <a:r>
                        <a:rPr lang="en-US" sz="1500" b="1" i="0" u="none" strike="noStrike" cap="none" dirty="0" err="1">
                          <a:solidFill>
                            <a:srgbClr val="FFFFFF"/>
                          </a:solidFill>
                          <a:latin typeface="Merriweather" panose="00000500000000000000" pitchFamily="2" charset="0"/>
                          <a:ea typeface="Merriweather"/>
                          <a:cs typeface="Merriweather"/>
                          <a:sym typeface="Merriweather"/>
                        </a:rPr>
                        <a:t>quan</a:t>
                      </a:r>
                      <a:endParaRPr dirty="0">
                        <a:latin typeface="Merriweather" panose="00000500000000000000" pitchFamily="2" charset="0"/>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3366"/>
                    </a:solidFill>
                  </a:tcPr>
                </a:tc>
                <a:extLst>
                  <a:ext uri="{0D108BD9-81ED-4DB2-BD59-A6C34878D82A}">
                    <a16:rowId xmlns:a16="http://schemas.microsoft.com/office/drawing/2014/main" val="10000"/>
                  </a:ext>
                </a:extLst>
              </a:tr>
              <a:tr h="638525">
                <a:tc>
                  <a:txBody>
                    <a:bodyPr/>
                    <a:lstStyle/>
                    <a:p>
                      <a:pPr marL="0" marR="0" lvl="0" indent="0" algn="l" rtl="0">
                        <a:spcBef>
                          <a:spcPts val="0"/>
                        </a:spcBef>
                        <a:spcAft>
                          <a:spcPts val="0"/>
                        </a:spcAft>
                        <a:buNone/>
                      </a:pPr>
                      <a:r>
                        <a:rPr lang="en-US" sz="1350" b="0" i="0" u="none" strike="noStrike" cap="none" dirty="0" err="1">
                          <a:solidFill>
                            <a:srgbClr val="334155"/>
                          </a:solidFill>
                          <a:latin typeface="Merriweather" panose="00000500000000000000" pitchFamily="2" charset="0"/>
                          <a:ea typeface="DM Sans"/>
                          <a:cs typeface="DM Sans"/>
                          <a:sym typeface="DM Sans"/>
                        </a:rPr>
                        <a:t>Cơ</a:t>
                      </a:r>
                      <a:r>
                        <a:rPr lang="en-US" sz="1350" b="0" i="0" u="none" strike="noStrike" cap="none" dirty="0">
                          <a:solidFill>
                            <a:srgbClr val="334155"/>
                          </a:solidFill>
                          <a:latin typeface="Merriweather" panose="00000500000000000000" pitchFamily="2" charset="0"/>
                          <a:ea typeface="DM Sans"/>
                          <a:cs typeface="DM Sans"/>
                          <a:sym typeface="DM Sans"/>
                        </a:rPr>
                        <a:t> </a:t>
                      </a:r>
                      <a:r>
                        <a:rPr lang="en-US" sz="1350" b="0" i="0" u="none" strike="noStrike" cap="none" dirty="0" err="1">
                          <a:solidFill>
                            <a:srgbClr val="334155"/>
                          </a:solidFill>
                          <a:latin typeface="Merriweather" panose="00000500000000000000" pitchFamily="2" charset="0"/>
                          <a:ea typeface="DM Sans"/>
                          <a:cs typeface="DM Sans"/>
                          <a:sym typeface="DM Sans"/>
                        </a:rPr>
                        <a:t>sở</a:t>
                      </a:r>
                      <a:endParaRPr dirty="0">
                        <a:latin typeface="Merriweather" panose="00000500000000000000" pitchFamily="2" charset="0"/>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dirty="0" err="1">
                          <a:solidFill>
                            <a:srgbClr val="334155"/>
                          </a:solidFill>
                          <a:latin typeface="Merriweather" panose="00000500000000000000" pitchFamily="2" charset="0"/>
                          <a:ea typeface="DM Sans"/>
                          <a:cs typeface="DM Sans"/>
                          <a:sym typeface="DM Sans"/>
                        </a:rPr>
                        <a:t>Sự</a:t>
                      </a:r>
                      <a:r>
                        <a:rPr lang="en-US" sz="1350" b="0" i="0" u="none" strike="noStrike" cap="none" dirty="0">
                          <a:solidFill>
                            <a:srgbClr val="334155"/>
                          </a:solidFill>
                          <a:latin typeface="Merriweather" panose="00000500000000000000" pitchFamily="2" charset="0"/>
                          <a:ea typeface="DM Sans"/>
                          <a:cs typeface="DM Sans"/>
                          <a:sym typeface="DM Sans"/>
                        </a:rPr>
                        <a:t> </a:t>
                      </a:r>
                      <a:r>
                        <a:rPr lang="en-US" sz="1350" b="0" i="0" u="none" strike="noStrike" cap="none" dirty="0" err="1">
                          <a:solidFill>
                            <a:srgbClr val="334155"/>
                          </a:solidFill>
                          <a:latin typeface="Merriweather" panose="00000500000000000000" pitchFamily="2" charset="0"/>
                          <a:ea typeface="DM Sans"/>
                          <a:cs typeface="DM Sans"/>
                          <a:sym typeface="DM Sans"/>
                        </a:rPr>
                        <a:t>đồng</a:t>
                      </a:r>
                      <a:r>
                        <a:rPr lang="en-US" sz="1350" b="0" i="0" u="none" strike="noStrike" cap="none" dirty="0">
                          <a:solidFill>
                            <a:srgbClr val="334155"/>
                          </a:solidFill>
                          <a:latin typeface="Merriweather" panose="00000500000000000000" pitchFamily="2" charset="0"/>
                          <a:ea typeface="DM Sans"/>
                          <a:cs typeface="DM Sans"/>
                          <a:sym typeface="DM Sans"/>
                        </a:rPr>
                        <a:t> </a:t>
                      </a:r>
                      <a:r>
                        <a:rPr lang="en-US" sz="1350" b="0" i="0" u="none" strike="noStrike" cap="none" dirty="0" err="1">
                          <a:solidFill>
                            <a:srgbClr val="334155"/>
                          </a:solidFill>
                          <a:latin typeface="Merriweather" panose="00000500000000000000" pitchFamily="2" charset="0"/>
                          <a:ea typeface="DM Sans"/>
                          <a:cs typeface="DM Sans"/>
                          <a:sym typeface="DM Sans"/>
                        </a:rPr>
                        <a:t>thuận</a:t>
                      </a:r>
                      <a:r>
                        <a:rPr lang="en-US" sz="1350" b="0" i="0" u="none" strike="noStrike" cap="none" dirty="0">
                          <a:solidFill>
                            <a:srgbClr val="334155"/>
                          </a:solidFill>
                          <a:latin typeface="Merriweather" panose="00000500000000000000" pitchFamily="2" charset="0"/>
                          <a:ea typeface="DM Sans"/>
                          <a:cs typeface="DM Sans"/>
                          <a:sym typeface="DM Sans"/>
                        </a:rPr>
                        <a:t> </a:t>
                      </a:r>
                      <a:r>
                        <a:rPr lang="en-US" sz="1350" b="0" i="0" u="none" strike="noStrike" cap="none" dirty="0" err="1">
                          <a:solidFill>
                            <a:srgbClr val="334155"/>
                          </a:solidFill>
                          <a:latin typeface="Merriweather" panose="00000500000000000000" pitchFamily="2" charset="0"/>
                          <a:ea typeface="DM Sans"/>
                          <a:cs typeface="DM Sans"/>
                          <a:sym typeface="DM Sans"/>
                        </a:rPr>
                        <a:t>số</a:t>
                      </a:r>
                      <a:r>
                        <a:rPr lang="en-US" sz="1350" b="0" i="0" u="none" strike="noStrike" cap="none" dirty="0">
                          <a:solidFill>
                            <a:srgbClr val="334155"/>
                          </a:solidFill>
                          <a:latin typeface="Merriweather" panose="00000500000000000000" pitchFamily="2" charset="0"/>
                          <a:ea typeface="DM Sans"/>
                          <a:cs typeface="DM Sans"/>
                          <a:sym typeface="DM Sans"/>
                        </a:rPr>
                        <a:t> </a:t>
                      </a:r>
                      <a:r>
                        <a:rPr lang="en-US" sz="1350" b="0" i="0" u="none" strike="noStrike" cap="none" dirty="0" err="1">
                          <a:solidFill>
                            <a:srgbClr val="334155"/>
                          </a:solidFill>
                          <a:latin typeface="Merriweather" panose="00000500000000000000" pitchFamily="2" charset="0"/>
                          <a:ea typeface="DM Sans"/>
                          <a:cs typeface="DM Sans"/>
                          <a:sym typeface="DM Sans"/>
                        </a:rPr>
                        <a:t>đông</a:t>
                      </a:r>
                      <a:r>
                        <a:rPr lang="en-US" sz="1350" b="0" i="0" u="none" strike="noStrike" cap="none" dirty="0">
                          <a:solidFill>
                            <a:srgbClr val="334155"/>
                          </a:solidFill>
                          <a:latin typeface="Merriweather" panose="00000500000000000000" pitchFamily="2" charset="0"/>
                          <a:ea typeface="DM Sans"/>
                          <a:cs typeface="DM Sans"/>
                          <a:sym typeface="DM Sans"/>
                        </a:rPr>
                        <a:t>, </a:t>
                      </a:r>
                      <a:r>
                        <a:rPr lang="en-US" sz="1350" b="0" i="0" u="none" strike="noStrike" cap="none" dirty="0" err="1">
                          <a:solidFill>
                            <a:srgbClr val="334155"/>
                          </a:solidFill>
                          <a:latin typeface="Merriweather" panose="00000500000000000000" pitchFamily="2" charset="0"/>
                          <a:ea typeface="DM Sans"/>
                          <a:cs typeface="DM Sans"/>
                          <a:sym typeface="DM Sans"/>
                        </a:rPr>
                        <a:t>lợi</a:t>
                      </a:r>
                      <a:r>
                        <a:rPr lang="en-US" sz="1350" b="0" i="0" u="none" strike="noStrike" cap="none" dirty="0">
                          <a:solidFill>
                            <a:srgbClr val="334155"/>
                          </a:solidFill>
                          <a:latin typeface="Merriweather" panose="00000500000000000000" pitchFamily="2" charset="0"/>
                          <a:ea typeface="DM Sans"/>
                          <a:cs typeface="DM Sans"/>
                          <a:sym typeface="DM Sans"/>
                        </a:rPr>
                        <a:t> </a:t>
                      </a:r>
                      <a:r>
                        <a:rPr lang="en-US" sz="1350" b="0" i="0" u="none" strike="noStrike" cap="none" dirty="0" err="1">
                          <a:solidFill>
                            <a:srgbClr val="334155"/>
                          </a:solidFill>
                          <a:latin typeface="Merriweather" panose="00000500000000000000" pitchFamily="2" charset="0"/>
                          <a:ea typeface="DM Sans"/>
                          <a:cs typeface="DM Sans"/>
                          <a:sym typeface="DM Sans"/>
                        </a:rPr>
                        <a:t>ích</a:t>
                      </a:r>
                      <a:r>
                        <a:rPr lang="en-US" sz="1350" b="0" i="0" u="none" strike="noStrike" cap="none" dirty="0">
                          <a:solidFill>
                            <a:srgbClr val="334155"/>
                          </a:solidFill>
                          <a:latin typeface="Merriweather" panose="00000500000000000000" pitchFamily="2" charset="0"/>
                          <a:ea typeface="DM Sans"/>
                          <a:cs typeface="DM Sans"/>
                          <a:sym typeface="DM Sans"/>
                        </a:rPr>
                        <a:t> </a:t>
                      </a:r>
                      <a:r>
                        <a:rPr lang="en-US" sz="1350" b="0" i="0" u="none" strike="noStrike" cap="none" dirty="0" err="1">
                          <a:solidFill>
                            <a:srgbClr val="334155"/>
                          </a:solidFill>
                          <a:latin typeface="Merriweather" panose="00000500000000000000" pitchFamily="2" charset="0"/>
                          <a:ea typeface="DM Sans"/>
                          <a:cs typeface="DM Sans"/>
                          <a:sym typeface="DM Sans"/>
                        </a:rPr>
                        <a:t>cá</a:t>
                      </a:r>
                      <a:r>
                        <a:rPr lang="en-US" sz="1350" b="0" i="0" u="none" strike="noStrike" cap="none" dirty="0">
                          <a:solidFill>
                            <a:srgbClr val="334155"/>
                          </a:solidFill>
                          <a:latin typeface="Merriweather" panose="00000500000000000000" pitchFamily="2" charset="0"/>
                          <a:ea typeface="DM Sans"/>
                          <a:cs typeface="DM Sans"/>
                          <a:sym typeface="DM Sans"/>
                        </a:rPr>
                        <a:t> </a:t>
                      </a:r>
                      <a:r>
                        <a:rPr lang="en-US" sz="1350" b="0" i="0" u="none" strike="noStrike" cap="none" dirty="0" err="1">
                          <a:solidFill>
                            <a:srgbClr val="334155"/>
                          </a:solidFill>
                          <a:latin typeface="Merriweather" panose="00000500000000000000" pitchFamily="2" charset="0"/>
                          <a:ea typeface="DM Sans"/>
                          <a:cs typeface="DM Sans"/>
                          <a:sym typeface="DM Sans"/>
                        </a:rPr>
                        <a:t>nhân</a:t>
                      </a:r>
                      <a:endParaRPr dirty="0">
                        <a:latin typeface="Merriweather" panose="00000500000000000000" pitchFamily="2" charset="0"/>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dirty="0">
                          <a:solidFill>
                            <a:srgbClr val="334155"/>
                          </a:solidFill>
                          <a:latin typeface="Merriweather" panose="00000500000000000000" pitchFamily="2" charset="0"/>
                          <a:ea typeface="DM Sans"/>
                          <a:cs typeface="DM Sans"/>
                          <a:sym typeface="DM Sans"/>
                        </a:rPr>
                        <a:t>Phản </a:t>
                      </a:r>
                      <a:r>
                        <a:rPr lang="en-US" sz="1350" b="0" i="0" u="none" strike="noStrike" cap="none" dirty="0" err="1">
                          <a:solidFill>
                            <a:srgbClr val="334155"/>
                          </a:solidFill>
                          <a:latin typeface="Merriweather" panose="00000500000000000000" pitchFamily="2" charset="0"/>
                          <a:ea typeface="DM Sans"/>
                          <a:cs typeface="DM Sans"/>
                          <a:sym typeface="DM Sans"/>
                        </a:rPr>
                        <a:t>ánh</a:t>
                      </a:r>
                      <a:r>
                        <a:rPr lang="en-US" sz="1350" b="0" i="0" u="none" strike="noStrike" cap="none" dirty="0">
                          <a:solidFill>
                            <a:srgbClr val="334155"/>
                          </a:solidFill>
                          <a:latin typeface="Merriweather" panose="00000500000000000000" pitchFamily="2" charset="0"/>
                          <a:ea typeface="DM Sans"/>
                          <a:cs typeface="DM Sans"/>
                          <a:sym typeface="DM Sans"/>
                        </a:rPr>
                        <a:t> </a:t>
                      </a:r>
                      <a:r>
                        <a:rPr lang="en-US" sz="1350" b="0" i="0" u="none" strike="noStrike" cap="none" dirty="0" err="1">
                          <a:solidFill>
                            <a:srgbClr val="334155"/>
                          </a:solidFill>
                          <a:latin typeface="Merriweather" panose="00000500000000000000" pitchFamily="2" charset="0"/>
                          <a:ea typeface="DM Sans"/>
                          <a:cs typeface="DM Sans"/>
                          <a:sym typeface="DM Sans"/>
                        </a:rPr>
                        <a:t>đúng</a:t>
                      </a:r>
                      <a:r>
                        <a:rPr lang="en-US" sz="1350" b="0" i="0" u="none" strike="noStrike" cap="none" dirty="0">
                          <a:solidFill>
                            <a:srgbClr val="334155"/>
                          </a:solidFill>
                          <a:latin typeface="Merriweather" panose="00000500000000000000" pitchFamily="2" charset="0"/>
                          <a:ea typeface="DM Sans"/>
                          <a:cs typeface="DM Sans"/>
                          <a:sym typeface="DM Sans"/>
                        </a:rPr>
                        <a:t> </a:t>
                      </a:r>
                      <a:r>
                        <a:rPr lang="en-US" sz="1350" b="0" i="0" u="none" strike="noStrike" cap="none" dirty="0" err="1">
                          <a:solidFill>
                            <a:srgbClr val="334155"/>
                          </a:solidFill>
                          <a:latin typeface="Merriweather" panose="00000500000000000000" pitchFamily="2" charset="0"/>
                          <a:ea typeface="DM Sans"/>
                          <a:cs typeface="DM Sans"/>
                          <a:sym typeface="DM Sans"/>
                        </a:rPr>
                        <a:t>quy</a:t>
                      </a:r>
                      <a:r>
                        <a:rPr lang="en-US" sz="1350" b="0" i="0" u="none" strike="noStrike" cap="none" dirty="0">
                          <a:solidFill>
                            <a:srgbClr val="334155"/>
                          </a:solidFill>
                          <a:latin typeface="Merriweather" panose="00000500000000000000" pitchFamily="2" charset="0"/>
                          <a:ea typeface="DM Sans"/>
                          <a:cs typeface="DM Sans"/>
                          <a:sym typeface="DM Sans"/>
                        </a:rPr>
                        <a:t> </a:t>
                      </a:r>
                      <a:r>
                        <a:rPr lang="en-US" sz="1350" b="0" i="0" u="none" strike="noStrike" cap="none" dirty="0" err="1">
                          <a:solidFill>
                            <a:srgbClr val="334155"/>
                          </a:solidFill>
                          <a:latin typeface="Merriweather" panose="00000500000000000000" pitchFamily="2" charset="0"/>
                          <a:ea typeface="DM Sans"/>
                          <a:cs typeface="DM Sans"/>
                          <a:sym typeface="DM Sans"/>
                        </a:rPr>
                        <a:t>luật</a:t>
                      </a:r>
                      <a:r>
                        <a:rPr lang="en-US" sz="1350" b="0" i="0" u="none" strike="noStrike" cap="none" dirty="0">
                          <a:solidFill>
                            <a:srgbClr val="334155"/>
                          </a:solidFill>
                          <a:latin typeface="Merriweather" panose="00000500000000000000" pitchFamily="2" charset="0"/>
                          <a:ea typeface="DM Sans"/>
                          <a:cs typeface="DM Sans"/>
                          <a:sym typeface="DM Sans"/>
                        </a:rPr>
                        <a:t> </a:t>
                      </a:r>
                      <a:r>
                        <a:rPr lang="en-US" sz="1350" b="0" i="0" u="none" strike="noStrike" cap="none" dirty="0" err="1">
                          <a:solidFill>
                            <a:srgbClr val="334155"/>
                          </a:solidFill>
                          <a:latin typeface="Merriweather" panose="00000500000000000000" pitchFamily="2" charset="0"/>
                          <a:ea typeface="DM Sans"/>
                          <a:cs typeface="DM Sans"/>
                          <a:sym typeface="DM Sans"/>
                        </a:rPr>
                        <a:t>khách</a:t>
                      </a:r>
                      <a:r>
                        <a:rPr lang="en-US" sz="1350" b="0" i="0" u="none" strike="noStrike" cap="none" dirty="0">
                          <a:solidFill>
                            <a:srgbClr val="334155"/>
                          </a:solidFill>
                          <a:latin typeface="Merriweather" panose="00000500000000000000" pitchFamily="2" charset="0"/>
                          <a:ea typeface="DM Sans"/>
                          <a:cs typeface="DM Sans"/>
                          <a:sym typeface="DM Sans"/>
                        </a:rPr>
                        <a:t> </a:t>
                      </a:r>
                      <a:r>
                        <a:rPr lang="en-US" sz="1350" b="0" i="0" u="none" strike="noStrike" cap="none" dirty="0" err="1">
                          <a:solidFill>
                            <a:srgbClr val="334155"/>
                          </a:solidFill>
                          <a:latin typeface="Merriweather" panose="00000500000000000000" pitchFamily="2" charset="0"/>
                          <a:ea typeface="DM Sans"/>
                          <a:cs typeface="DM Sans"/>
                          <a:sym typeface="DM Sans"/>
                        </a:rPr>
                        <a:t>quan</a:t>
                      </a:r>
                      <a:endParaRPr dirty="0">
                        <a:latin typeface="Merriweather" panose="00000500000000000000" pitchFamily="2" charset="0"/>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38525">
                <a:tc>
                  <a:txBody>
                    <a:bodyPr/>
                    <a:lstStyle/>
                    <a:p>
                      <a:pPr marL="0" marR="0" lvl="0" indent="0" algn="l" rtl="0">
                        <a:spcBef>
                          <a:spcPts val="0"/>
                        </a:spcBef>
                        <a:spcAft>
                          <a:spcPts val="0"/>
                        </a:spcAft>
                        <a:buNone/>
                      </a:pPr>
                      <a:r>
                        <a:rPr lang="en-US" sz="1350" b="0" i="0" u="none" strike="noStrike" cap="none" dirty="0" err="1">
                          <a:solidFill>
                            <a:srgbClr val="334155"/>
                          </a:solidFill>
                          <a:latin typeface="Merriweather" panose="00000500000000000000" pitchFamily="2" charset="0"/>
                          <a:ea typeface="DM Sans"/>
                          <a:cs typeface="DM Sans"/>
                          <a:sym typeface="DM Sans"/>
                        </a:rPr>
                        <a:t>Tính</a:t>
                      </a:r>
                      <a:r>
                        <a:rPr lang="en-US" sz="1350" b="0" i="0" u="none" strike="noStrike" cap="none" dirty="0">
                          <a:solidFill>
                            <a:srgbClr val="334155"/>
                          </a:solidFill>
                          <a:latin typeface="Merriweather" panose="00000500000000000000" pitchFamily="2" charset="0"/>
                          <a:ea typeface="DM Sans"/>
                          <a:cs typeface="DM Sans"/>
                          <a:sym typeface="DM Sans"/>
                        </a:rPr>
                        <a:t> </a:t>
                      </a:r>
                      <a:r>
                        <a:rPr lang="en-US" sz="1350" b="0" i="0" u="none" strike="noStrike" cap="none" dirty="0" err="1">
                          <a:solidFill>
                            <a:srgbClr val="334155"/>
                          </a:solidFill>
                          <a:latin typeface="Merriweather" panose="00000500000000000000" pitchFamily="2" charset="0"/>
                          <a:ea typeface="DM Sans"/>
                          <a:cs typeface="DM Sans"/>
                          <a:sym typeface="DM Sans"/>
                        </a:rPr>
                        <a:t>chất</a:t>
                      </a:r>
                      <a:endParaRPr dirty="0">
                        <a:latin typeface="Merriweather" panose="00000500000000000000" pitchFamily="2" charset="0"/>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350" b="0" i="0" u="none" strike="noStrike" cap="none" dirty="0" err="1">
                          <a:solidFill>
                            <a:srgbClr val="334155"/>
                          </a:solidFill>
                          <a:latin typeface="Merriweather" panose="00000500000000000000" pitchFamily="2" charset="0"/>
                          <a:ea typeface="DM Sans"/>
                          <a:cs typeface="DM Sans"/>
                          <a:sym typeface="DM Sans"/>
                        </a:rPr>
                        <a:t>Phụ</a:t>
                      </a:r>
                      <a:r>
                        <a:rPr lang="en-US" sz="1350" b="0" i="0" u="none" strike="noStrike" cap="none" dirty="0">
                          <a:solidFill>
                            <a:srgbClr val="334155"/>
                          </a:solidFill>
                          <a:latin typeface="Merriweather" panose="00000500000000000000" pitchFamily="2" charset="0"/>
                          <a:ea typeface="DM Sans"/>
                          <a:cs typeface="DM Sans"/>
                          <a:sym typeface="DM Sans"/>
                        </a:rPr>
                        <a:t> </a:t>
                      </a:r>
                      <a:r>
                        <a:rPr lang="en-US" sz="1350" b="0" i="0" u="none" strike="noStrike" cap="none" dirty="0" err="1">
                          <a:solidFill>
                            <a:srgbClr val="334155"/>
                          </a:solidFill>
                          <a:latin typeface="Merriweather" panose="00000500000000000000" pitchFamily="2" charset="0"/>
                          <a:ea typeface="DM Sans"/>
                          <a:cs typeface="DM Sans"/>
                          <a:sym typeface="DM Sans"/>
                        </a:rPr>
                        <a:t>thuộc</a:t>
                      </a:r>
                      <a:r>
                        <a:rPr lang="en-US" sz="1350" b="0" i="0" u="none" strike="noStrike" cap="none" dirty="0">
                          <a:solidFill>
                            <a:srgbClr val="334155"/>
                          </a:solidFill>
                          <a:latin typeface="Merriweather" panose="00000500000000000000" pitchFamily="2" charset="0"/>
                          <a:ea typeface="DM Sans"/>
                          <a:cs typeface="DM Sans"/>
                          <a:sym typeface="DM Sans"/>
                        </a:rPr>
                        <a:t> </a:t>
                      </a:r>
                      <a:r>
                        <a:rPr lang="en-US" sz="1350" b="0" i="0" u="none" strike="noStrike" cap="none" dirty="0" err="1">
                          <a:solidFill>
                            <a:srgbClr val="334155"/>
                          </a:solidFill>
                          <a:latin typeface="Merriweather" panose="00000500000000000000" pitchFamily="2" charset="0"/>
                          <a:ea typeface="DM Sans"/>
                          <a:cs typeface="DM Sans"/>
                          <a:sym typeface="DM Sans"/>
                        </a:rPr>
                        <a:t>vào</a:t>
                      </a:r>
                      <a:r>
                        <a:rPr lang="en-US" sz="1350" b="0" i="0" u="none" strike="noStrike" cap="none" dirty="0">
                          <a:solidFill>
                            <a:srgbClr val="334155"/>
                          </a:solidFill>
                          <a:latin typeface="Merriweather" panose="00000500000000000000" pitchFamily="2" charset="0"/>
                          <a:ea typeface="DM Sans"/>
                          <a:cs typeface="DM Sans"/>
                          <a:sym typeface="DM Sans"/>
                        </a:rPr>
                        <a:t> ý </a:t>
                      </a:r>
                      <a:r>
                        <a:rPr lang="en-US" sz="1350" b="0" i="0" u="none" strike="noStrike" cap="none" dirty="0" err="1">
                          <a:solidFill>
                            <a:srgbClr val="334155"/>
                          </a:solidFill>
                          <a:latin typeface="Merriweather" panose="00000500000000000000" pitchFamily="2" charset="0"/>
                          <a:ea typeface="DM Sans"/>
                          <a:cs typeface="DM Sans"/>
                          <a:sym typeface="DM Sans"/>
                        </a:rPr>
                        <a:t>muốn</a:t>
                      </a:r>
                      <a:r>
                        <a:rPr lang="en-US" sz="1350" b="0" i="0" u="none" strike="noStrike" cap="none" dirty="0">
                          <a:solidFill>
                            <a:srgbClr val="334155"/>
                          </a:solidFill>
                          <a:latin typeface="Merriweather" panose="00000500000000000000" pitchFamily="2" charset="0"/>
                          <a:ea typeface="DM Sans"/>
                          <a:cs typeface="DM Sans"/>
                          <a:sym typeface="DM Sans"/>
                        </a:rPr>
                        <a:t> con </a:t>
                      </a:r>
                      <a:r>
                        <a:rPr lang="en-US" sz="1350" b="0" i="0" u="none" strike="noStrike" cap="none" dirty="0" err="1">
                          <a:solidFill>
                            <a:srgbClr val="334155"/>
                          </a:solidFill>
                          <a:latin typeface="Merriweather" panose="00000500000000000000" pitchFamily="2" charset="0"/>
                          <a:ea typeface="DM Sans"/>
                          <a:cs typeface="DM Sans"/>
                          <a:sym typeface="DM Sans"/>
                        </a:rPr>
                        <a:t>người</a:t>
                      </a:r>
                      <a:endParaRPr dirty="0">
                        <a:latin typeface="Merriweather" panose="00000500000000000000" pitchFamily="2" charset="0"/>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350" b="0" i="0" u="none" strike="noStrike" cap="none">
                          <a:solidFill>
                            <a:srgbClr val="334155"/>
                          </a:solidFill>
                          <a:latin typeface="Merriweather" panose="00000500000000000000" pitchFamily="2" charset="0"/>
                          <a:ea typeface="DM Sans"/>
                          <a:cs typeface="DM Sans"/>
                          <a:sym typeface="DM Sans"/>
                        </a:rPr>
                        <a:t>Độc lập với con người và loài người</a:t>
                      </a:r>
                      <a:endParaRPr>
                        <a:latin typeface="Merriweather" panose="00000500000000000000" pitchFamily="2" charset="0"/>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2"/>
                  </a:ext>
                </a:extLst>
              </a:tr>
              <a:tr h="638525">
                <a:tc>
                  <a:txBody>
                    <a:bodyPr/>
                    <a:lstStyle/>
                    <a:p>
                      <a:pPr marL="0" marR="0" lvl="0" indent="0" algn="l" rtl="0">
                        <a:spcBef>
                          <a:spcPts val="0"/>
                        </a:spcBef>
                        <a:spcAft>
                          <a:spcPts val="0"/>
                        </a:spcAft>
                        <a:buNone/>
                      </a:pPr>
                      <a:r>
                        <a:rPr lang="en-US" sz="1350" b="0" i="0" u="none" strike="noStrike" cap="none">
                          <a:solidFill>
                            <a:srgbClr val="334155"/>
                          </a:solidFill>
                          <a:latin typeface="Merriweather" panose="00000500000000000000" pitchFamily="2" charset="0"/>
                          <a:ea typeface="DM Sans"/>
                          <a:cs typeface="DM Sans"/>
                          <a:sym typeface="DM Sans"/>
                        </a:rPr>
                        <a:t>Thước đo</a:t>
                      </a:r>
                      <a:endParaRPr>
                        <a:latin typeface="Merriweather" panose="00000500000000000000" pitchFamily="2" charset="0"/>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334155"/>
                          </a:solidFill>
                          <a:latin typeface="Merriweather" panose="00000500000000000000" pitchFamily="2" charset="0"/>
                          <a:ea typeface="DM Sans"/>
                          <a:cs typeface="DM Sans"/>
                          <a:sym typeface="DM Sans"/>
                        </a:rPr>
                        <a:t>Sự hiển nhiên, tính có lợi</a:t>
                      </a:r>
                      <a:endParaRPr>
                        <a:latin typeface="Merriweather" panose="00000500000000000000" pitchFamily="2" charset="0"/>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334155"/>
                          </a:solidFill>
                          <a:latin typeface="Merriweather" panose="00000500000000000000" pitchFamily="2" charset="0"/>
                          <a:ea typeface="DM Sans"/>
                          <a:cs typeface="DM Sans"/>
                          <a:sym typeface="DM Sans"/>
                        </a:rPr>
                        <a:t>Thực tiễn (kiểm nghiệm qua hành động)</a:t>
                      </a:r>
                      <a:endParaRPr>
                        <a:latin typeface="Merriweather" panose="00000500000000000000" pitchFamily="2" charset="0"/>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638525">
                <a:tc>
                  <a:txBody>
                    <a:bodyPr/>
                    <a:lstStyle/>
                    <a:p>
                      <a:pPr marL="0" marR="0" lvl="0" indent="0" algn="l" rtl="0">
                        <a:spcBef>
                          <a:spcPts val="0"/>
                        </a:spcBef>
                        <a:spcAft>
                          <a:spcPts val="0"/>
                        </a:spcAft>
                        <a:buNone/>
                      </a:pPr>
                      <a:r>
                        <a:rPr lang="en-US" sz="1350" b="0" i="0" u="none" strike="noStrike" cap="none">
                          <a:solidFill>
                            <a:srgbClr val="334155"/>
                          </a:solidFill>
                          <a:latin typeface="Merriweather" panose="00000500000000000000" pitchFamily="2" charset="0"/>
                          <a:ea typeface="DM Sans"/>
                          <a:cs typeface="DM Sans"/>
                          <a:sym typeface="DM Sans"/>
                        </a:rPr>
                        <a:t>Hệ quả</a:t>
                      </a:r>
                      <a:endParaRPr>
                        <a:latin typeface="Merriweather" panose="00000500000000000000" pitchFamily="2" charset="0"/>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350" b="0" i="0" u="none" strike="noStrike" cap="none">
                          <a:solidFill>
                            <a:srgbClr val="334155"/>
                          </a:solidFill>
                          <a:latin typeface="Merriweather" panose="00000500000000000000" pitchFamily="2" charset="0"/>
                          <a:ea typeface="DM Sans"/>
                          <a:cs typeface="DM Sans"/>
                          <a:sym typeface="DM Sans"/>
                        </a:rPr>
                        <a:t>Sụp đổ khi đối mặt với thực tế</a:t>
                      </a:r>
                      <a:endParaRPr>
                        <a:latin typeface="Merriweather" panose="00000500000000000000" pitchFamily="2" charset="0"/>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350" b="0" i="0" u="none" strike="noStrike" cap="none" dirty="0" err="1">
                          <a:solidFill>
                            <a:srgbClr val="334155"/>
                          </a:solidFill>
                          <a:latin typeface="Merriweather" panose="00000500000000000000" pitchFamily="2" charset="0"/>
                          <a:ea typeface="DM Sans"/>
                          <a:cs typeface="DM Sans"/>
                          <a:sym typeface="DM Sans"/>
                        </a:rPr>
                        <a:t>Vững</a:t>
                      </a:r>
                      <a:r>
                        <a:rPr lang="en-US" sz="1350" b="0" i="0" u="none" strike="noStrike" cap="none" dirty="0">
                          <a:solidFill>
                            <a:srgbClr val="334155"/>
                          </a:solidFill>
                          <a:latin typeface="Merriweather" panose="00000500000000000000" pitchFamily="2" charset="0"/>
                          <a:ea typeface="DM Sans"/>
                          <a:cs typeface="DM Sans"/>
                          <a:sym typeface="DM Sans"/>
                        </a:rPr>
                        <a:t> </a:t>
                      </a:r>
                      <a:r>
                        <a:rPr lang="en-US" sz="1350" b="0" i="0" u="none" strike="noStrike" cap="none" dirty="0" err="1">
                          <a:solidFill>
                            <a:srgbClr val="334155"/>
                          </a:solidFill>
                          <a:latin typeface="Merriweather" panose="00000500000000000000" pitchFamily="2" charset="0"/>
                          <a:ea typeface="DM Sans"/>
                          <a:cs typeface="DM Sans"/>
                          <a:sym typeface="DM Sans"/>
                        </a:rPr>
                        <a:t>bền</a:t>
                      </a:r>
                      <a:r>
                        <a:rPr lang="en-US" sz="1350" b="0" i="0" u="none" strike="noStrike" cap="none" dirty="0">
                          <a:solidFill>
                            <a:srgbClr val="334155"/>
                          </a:solidFill>
                          <a:latin typeface="Merriweather" panose="00000500000000000000" pitchFamily="2" charset="0"/>
                          <a:ea typeface="DM Sans"/>
                          <a:cs typeface="DM Sans"/>
                          <a:sym typeface="DM Sans"/>
                        </a:rPr>
                        <a:t>, </a:t>
                      </a:r>
                      <a:r>
                        <a:rPr lang="en-US" sz="1350" b="0" i="0" u="none" strike="noStrike" cap="none" dirty="0" err="1">
                          <a:solidFill>
                            <a:srgbClr val="334155"/>
                          </a:solidFill>
                          <a:latin typeface="Merriweather" panose="00000500000000000000" pitchFamily="2" charset="0"/>
                          <a:ea typeface="DM Sans"/>
                          <a:cs typeface="DM Sans"/>
                          <a:sym typeface="DM Sans"/>
                        </a:rPr>
                        <a:t>dẫn</a:t>
                      </a:r>
                      <a:r>
                        <a:rPr lang="en-US" sz="1350" b="0" i="0" u="none" strike="noStrike" cap="none" dirty="0">
                          <a:solidFill>
                            <a:srgbClr val="334155"/>
                          </a:solidFill>
                          <a:latin typeface="Merriweather" panose="00000500000000000000" pitchFamily="2" charset="0"/>
                          <a:ea typeface="DM Sans"/>
                          <a:cs typeface="DM Sans"/>
                          <a:sym typeface="DM Sans"/>
                        </a:rPr>
                        <a:t> </a:t>
                      </a:r>
                      <a:r>
                        <a:rPr lang="en-US" sz="1350" b="0" i="0" u="none" strike="noStrike" cap="none" dirty="0" err="1">
                          <a:solidFill>
                            <a:srgbClr val="334155"/>
                          </a:solidFill>
                          <a:latin typeface="Merriweather" panose="00000500000000000000" pitchFamily="2" charset="0"/>
                          <a:ea typeface="DM Sans"/>
                          <a:cs typeface="DM Sans"/>
                          <a:sym typeface="DM Sans"/>
                        </a:rPr>
                        <a:t>dắt</a:t>
                      </a:r>
                      <a:r>
                        <a:rPr lang="en-US" sz="1350" b="0" i="0" u="none" strike="noStrike" cap="none" dirty="0">
                          <a:solidFill>
                            <a:srgbClr val="334155"/>
                          </a:solidFill>
                          <a:latin typeface="Merriweather" panose="00000500000000000000" pitchFamily="2" charset="0"/>
                          <a:ea typeface="DM Sans"/>
                          <a:cs typeface="DM Sans"/>
                          <a:sym typeface="DM Sans"/>
                        </a:rPr>
                        <a:t> </a:t>
                      </a:r>
                      <a:r>
                        <a:rPr lang="en-US" sz="1350" b="0" i="0" u="none" strike="noStrike" cap="none" dirty="0" err="1">
                          <a:solidFill>
                            <a:srgbClr val="334155"/>
                          </a:solidFill>
                          <a:latin typeface="Merriweather" panose="00000500000000000000" pitchFamily="2" charset="0"/>
                          <a:ea typeface="DM Sans"/>
                          <a:cs typeface="DM Sans"/>
                          <a:sym typeface="DM Sans"/>
                        </a:rPr>
                        <a:t>hành</a:t>
                      </a:r>
                      <a:r>
                        <a:rPr lang="en-US" sz="1350" b="0" i="0" u="none" strike="noStrike" cap="none" dirty="0">
                          <a:solidFill>
                            <a:srgbClr val="334155"/>
                          </a:solidFill>
                          <a:latin typeface="Merriweather" panose="00000500000000000000" pitchFamily="2" charset="0"/>
                          <a:ea typeface="DM Sans"/>
                          <a:cs typeface="DM Sans"/>
                          <a:sym typeface="DM Sans"/>
                        </a:rPr>
                        <a:t> </a:t>
                      </a:r>
                      <a:r>
                        <a:rPr lang="en-US" sz="1350" b="0" i="0" u="none" strike="noStrike" cap="none" dirty="0" err="1">
                          <a:solidFill>
                            <a:srgbClr val="334155"/>
                          </a:solidFill>
                          <a:latin typeface="Merriweather" panose="00000500000000000000" pitchFamily="2" charset="0"/>
                          <a:ea typeface="DM Sans"/>
                          <a:cs typeface="DM Sans"/>
                          <a:sym typeface="DM Sans"/>
                        </a:rPr>
                        <a:t>động</a:t>
                      </a:r>
                      <a:r>
                        <a:rPr lang="en-US" sz="1350" b="0" i="0" u="none" strike="noStrike" cap="none" dirty="0">
                          <a:solidFill>
                            <a:srgbClr val="334155"/>
                          </a:solidFill>
                          <a:latin typeface="Merriweather" panose="00000500000000000000" pitchFamily="2" charset="0"/>
                          <a:ea typeface="DM Sans"/>
                          <a:cs typeface="DM Sans"/>
                          <a:sym typeface="DM Sans"/>
                        </a:rPr>
                        <a:t> </a:t>
                      </a:r>
                      <a:r>
                        <a:rPr lang="en-US" sz="1350" b="0" i="0" u="none" strike="noStrike" cap="none" dirty="0" err="1">
                          <a:solidFill>
                            <a:srgbClr val="334155"/>
                          </a:solidFill>
                          <a:latin typeface="Merriweather" panose="00000500000000000000" pitchFamily="2" charset="0"/>
                          <a:ea typeface="DM Sans"/>
                          <a:cs typeface="DM Sans"/>
                          <a:sym typeface="DM Sans"/>
                        </a:rPr>
                        <a:t>thành</a:t>
                      </a:r>
                      <a:r>
                        <a:rPr lang="en-US" sz="1350" b="0" i="0" u="none" strike="noStrike" cap="none" dirty="0">
                          <a:solidFill>
                            <a:srgbClr val="334155"/>
                          </a:solidFill>
                          <a:latin typeface="Merriweather" panose="00000500000000000000" pitchFamily="2" charset="0"/>
                          <a:ea typeface="DM Sans"/>
                          <a:cs typeface="DM Sans"/>
                          <a:sym typeface="DM Sans"/>
                        </a:rPr>
                        <a:t> </a:t>
                      </a:r>
                      <a:r>
                        <a:rPr lang="en-US" sz="1350" b="0" i="0" u="none" strike="noStrike" cap="none" dirty="0" err="1">
                          <a:solidFill>
                            <a:srgbClr val="334155"/>
                          </a:solidFill>
                          <a:latin typeface="Merriweather" panose="00000500000000000000" pitchFamily="2" charset="0"/>
                          <a:ea typeface="DM Sans"/>
                          <a:cs typeface="DM Sans"/>
                          <a:sym typeface="DM Sans"/>
                        </a:rPr>
                        <a:t>công</a:t>
                      </a:r>
                      <a:endParaRPr dirty="0">
                        <a:latin typeface="Merriweather" panose="00000500000000000000" pitchFamily="2" charset="0"/>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4"/>
                  </a:ext>
                </a:extLst>
              </a:tr>
            </a:tbl>
          </a:graphicData>
        </a:graphic>
      </p:graphicFrame>
      <p:sp>
        <p:nvSpPr>
          <p:cNvPr id="246" name="Google Shape;246;p26"/>
          <p:cNvSpPr txBox="1"/>
          <p:nvPr/>
        </p:nvSpPr>
        <p:spPr>
          <a:xfrm>
            <a:off x="762000" y="571500"/>
            <a:ext cx="11401425"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003366"/>
                </a:solidFill>
                <a:latin typeface="Merriweather" panose="00000500000000000000" pitchFamily="2" charset="0"/>
                <a:ea typeface="Merriweather"/>
                <a:cs typeface="Merriweather"/>
                <a:sym typeface="Merriweather"/>
              </a:rPr>
              <a:t>So sánh: Niềm tin sai lầm &amp; Chân lý</a:t>
            </a:r>
            <a:endParaRPr>
              <a:latin typeface="Merriweather" panose="00000500000000000000" pitchFamily="2" charset="0"/>
            </a:endParaRPr>
          </a:p>
        </p:txBody>
      </p:sp>
      <p:sp>
        <p:nvSpPr>
          <p:cNvPr id="247" name="Google Shape;247;p26"/>
          <p:cNvSpPr/>
          <p:nvPr/>
        </p:nvSpPr>
        <p:spPr>
          <a:xfrm>
            <a:off x="571500" y="571500"/>
            <a:ext cx="76200" cy="571500"/>
          </a:xfrm>
          <a:prstGeom prst="rect">
            <a:avLst/>
          </a:prstGeom>
          <a:solidFill>
            <a:srgbClr val="D4AF3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erriweather" panose="00000500000000000000" pitchFamily="2" charset="0"/>
              <a:ea typeface="Calibri"/>
              <a:cs typeface="Calibri"/>
              <a:sym typeface="Calibri"/>
            </a:endParaRPr>
          </a:p>
        </p:txBody>
      </p:sp>
      <p:sp>
        <p:nvSpPr>
          <p:cNvPr id="248" name="Google Shape;248;p26"/>
          <p:cNvSpPr/>
          <p:nvPr/>
        </p:nvSpPr>
        <p:spPr>
          <a:xfrm>
            <a:off x="571500" y="3607147"/>
            <a:ext cx="155852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erriweather" panose="00000500000000000000" pitchFamily="2" charset="0"/>
              <a:ea typeface="Calibri"/>
              <a:cs typeface="Calibri"/>
              <a:sym typeface="Calibri"/>
            </a:endParaRPr>
          </a:p>
        </p:txBody>
      </p:sp>
      <p:sp>
        <p:nvSpPr>
          <p:cNvPr id="249" name="Google Shape;249;p26"/>
          <p:cNvSpPr/>
          <p:nvPr/>
        </p:nvSpPr>
        <p:spPr>
          <a:xfrm>
            <a:off x="2130028" y="3607147"/>
            <a:ext cx="460310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erriweather" panose="00000500000000000000" pitchFamily="2" charset="0"/>
              <a:ea typeface="Calibri"/>
              <a:cs typeface="Calibri"/>
              <a:sym typeface="Calibri"/>
            </a:endParaRPr>
          </a:p>
        </p:txBody>
      </p:sp>
      <p:sp>
        <p:nvSpPr>
          <p:cNvPr id="250" name="Google Shape;250;p26"/>
          <p:cNvSpPr/>
          <p:nvPr/>
        </p:nvSpPr>
        <p:spPr>
          <a:xfrm>
            <a:off x="6733133" y="3607147"/>
            <a:ext cx="488736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erriweather" panose="00000500000000000000" pitchFamily="2" charset="0"/>
              <a:ea typeface="Calibri"/>
              <a:cs typeface="Calibri"/>
              <a:sym typeface="Calibri"/>
            </a:endParaRPr>
          </a:p>
        </p:txBody>
      </p:sp>
      <p:sp>
        <p:nvSpPr>
          <p:cNvPr id="251" name="Google Shape;251;p26"/>
          <p:cNvSpPr/>
          <p:nvPr/>
        </p:nvSpPr>
        <p:spPr>
          <a:xfrm>
            <a:off x="571500" y="4233862"/>
            <a:ext cx="155852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erriweather" panose="00000500000000000000" pitchFamily="2" charset="0"/>
              <a:ea typeface="Calibri"/>
              <a:cs typeface="Calibri"/>
              <a:sym typeface="Calibri"/>
            </a:endParaRPr>
          </a:p>
        </p:txBody>
      </p:sp>
      <p:sp>
        <p:nvSpPr>
          <p:cNvPr id="252" name="Google Shape;252;p26"/>
          <p:cNvSpPr/>
          <p:nvPr/>
        </p:nvSpPr>
        <p:spPr>
          <a:xfrm>
            <a:off x="2130028" y="4233862"/>
            <a:ext cx="460310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erriweather" panose="00000500000000000000" pitchFamily="2" charset="0"/>
              <a:ea typeface="Calibri"/>
              <a:cs typeface="Calibri"/>
              <a:sym typeface="Calibri"/>
            </a:endParaRPr>
          </a:p>
        </p:txBody>
      </p:sp>
      <p:sp>
        <p:nvSpPr>
          <p:cNvPr id="253" name="Google Shape;253;p26"/>
          <p:cNvSpPr/>
          <p:nvPr/>
        </p:nvSpPr>
        <p:spPr>
          <a:xfrm>
            <a:off x="6733133" y="4233862"/>
            <a:ext cx="488736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erriweather" panose="00000500000000000000" pitchFamily="2" charset="0"/>
              <a:ea typeface="Calibri"/>
              <a:cs typeface="Calibri"/>
              <a:sym typeface="Calibri"/>
            </a:endParaRPr>
          </a:p>
        </p:txBody>
      </p:sp>
      <p:sp>
        <p:nvSpPr>
          <p:cNvPr id="254" name="Google Shape;254;p26"/>
          <p:cNvSpPr/>
          <p:nvPr/>
        </p:nvSpPr>
        <p:spPr>
          <a:xfrm>
            <a:off x="571500" y="4860577"/>
            <a:ext cx="155852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erriweather" panose="00000500000000000000" pitchFamily="2" charset="0"/>
              <a:ea typeface="Calibri"/>
              <a:cs typeface="Calibri"/>
              <a:sym typeface="Calibri"/>
            </a:endParaRPr>
          </a:p>
        </p:txBody>
      </p:sp>
      <p:sp>
        <p:nvSpPr>
          <p:cNvPr id="255" name="Google Shape;255;p26"/>
          <p:cNvSpPr/>
          <p:nvPr/>
        </p:nvSpPr>
        <p:spPr>
          <a:xfrm>
            <a:off x="2130028" y="4860577"/>
            <a:ext cx="460310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erriweather" panose="00000500000000000000" pitchFamily="2" charset="0"/>
              <a:ea typeface="Calibri"/>
              <a:cs typeface="Calibri"/>
              <a:sym typeface="Calibri"/>
            </a:endParaRPr>
          </a:p>
        </p:txBody>
      </p:sp>
      <p:sp>
        <p:nvSpPr>
          <p:cNvPr id="256" name="Google Shape;256;p26"/>
          <p:cNvSpPr/>
          <p:nvPr/>
        </p:nvSpPr>
        <p:spPr>
          <a:xfrm>
            <a:off x="6733133" y="4860577"/>
            <a:ext cx="488736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erriweather" panose="00000500000000000000" pitchFamily="2" charset="0"/>
              <a:ea typeface="Calibri"/>
              <a:cs typeface="Calibri"/>
              <a:sym typeface="Calibri"/>
            </a:endParaRPr>
          </a:p>
        </p:txBody>
      </p:sp>
      <p:sp>
        <p:nvSpPr>
          <p:cNvPr id="257" name="Google Shape;257;p26"/>
          <p:cNvSpPr/>
          <p:nvPr/>
        </p:nvSpPr>
        <p:spPr>
          <a:xfrm>
            <a:off x="571500" y="5487292"/>
            <a:ext cx="155852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erriweather" panose="00000500000000000000" pitchFamily="2" charset="0"/>
              <a:ea typeface="Calibri"/>
              <a:cs typeface="Calibri"/>
              <a:sym typeface="Calibri"/>
            </a:endParaRPr>
          </a:p>
        </p:txBody>
      </p:sp>
      <p:sp>
        <p:nvSpPr>
          <p:cNvPr id="258" name="Google Shape;258;p26"/>
          <p:cNvSpPr/>
          <p:nvPr/>
        </p:nvSpPr>
        <p:spPr>
          <a:xfrm>
            <a:off x="2130028" y="5487292"/>
            <a:ext cx="460310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erriweather" panose="00000500000000000000" pitchFamily="2" charset="0"/>
              <a:ea typeface="Calibri"/>
              <a:cs typeface="Calibri"/>
              <a:sym typeface="Calibri"/>
            </a:endParaRPr>
          </a:p>
        </p:txBody>
      </p:sp>
      <p:sp>
        <p:nvSpPr>
          <p:cNvPr id="259" name="Google Shape;259;p26"/>
          <p:cNvSpPr/>
          <p:nvPr/>
        </p:nvSpPr>
        <p:spPr>
          <a:xfrm>
            <a:off x="6733133" y="5487292"/>
            <a:ext cx="488736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erriweather" panose="00000500000000000000" pitchFamily="2" charset="0"/>
              <a:ea typeface="Calibri"/>
              <a:cs typeface="Calibri"/>
              <a:sym typeface="Calibri"/>
            </a:endParaRPr>
          </a:p>
        </p:txBody>
      </p:sp>
      <p:sp>
        <p:nvSpPr>
          <p:cNvPr id="2" name="Google Shape;231;p25">
            <a:extLst>
              <a:ext uri="{FF2B5EF4-FFF2-40B4-BE49-F238E27FC236}">
                <a16:creationId xmlns:a16="http://schemas.microsoft.com/office/drawing/2014/main" id="{51F769EF-DF76-8031-EE63-4E4278D8E1F7}"/>
              </a:ext>
            </a:extLst>
          </p:cNvPr>
          <p:cNvSpPr txBox="1"/>
          <p:nvPr/>
        </p:nvSpPr>
        <p:spPr>
          <a:xfrm>
            <a:off x="681037" y="-1421159"/>
            <a:ext cx="11401425"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dirty="0" err="1">
                <a:solidFill>
                  <a:srgbClr val="003366"/>
                </a:solidFill>
                <a:latin typeface="Merriweather" panose="00000500000000000000" pitchFamily="2" charset="0"/>
                <a:ea typeface="Merriweather"/>
                <a:cs typeface="Merriweather"/>
                <a:sym typeface="Merriweather"/>
              </a:rPr>
              <a:t>Bài</a:t>
            </a:r>
            <a:r>
              <a:rPr lang="en-US" sz="3600" b="1" i="0" u="none" strike="noStrike" cap="none" dirty="0">
                <a:solidFill>
                  <a:srgbClr val="003366"/>
                </a:solidFill>
                <a:latin typeface="Merriweather" panose="00000500000000000000" pitchFamily="2" charset="0"/>
                <a:ea typeface="Merriweather"/>
                <a:cs typeface="Merriweather"/>
                <a:sym typeface="Merriweather"/>
              </a:rPr>
              <a:t> </a:t>
            </a:r>
            <a:r>
              <a:rPr lang="en-US" sz="3600" b="1" i="0" u="none" strike="noStrike" cap="none" dirty="0" err="1">
                <a:solidFill>
                  <a:srgbClr val="003366"/>
                </a:solidFill>
                <a:latin typeface="Merriweather" panose="00000500000000000000" pitchFamily="2" charset="0"/>
                <a:ea typeface="Merriweather"/>
                <a:cs typeface="Merriweather"/>
                <a:sym typeface="Merriweather"/>
              </a:rPr>
              <a:t>học</a:t>
            </a:r>
            <a:r>
              <a:rPr lang="en-US" sz="3600" b="1" i="0" u="none" strike="noStrike" cap="none" dirty="0">
                <a:solidFill>
                  <a:srgbClr val="003366"/>
                </a:solidFill>
                <a:latin typeface="Merriweather" panose="00000500000000000000" pitchFamily="2" charset="0"/>
                <a:ea typeface="Merriweather"/>
                <a:cs typeface="Merriweather"/>
                <a:sym typeface="Merriweather"/>
              </a:rPr>
              <a:t> &amp; </a:t>
            </a:r>
            <a:r>
              <a:rPr lang="en-US" sz="3600" b="1" i="0" u="none" strike="noStrike" cap="none" dirty="0" err="1">
                <a:solidFill>
                  <a:srgbClr val="003366"/>
                </a:solidFill>
                <a:latin typeface="Merriweather" panose="00000500000000000000" pitchFamily="2" charset="0"/>
                <a:ea typeface="Merriweather"/>
                <a:cs typeface="Merriweather"/>
                <a:sym typeface="Merriweather"/>
              </a:rPr>
              <a:t>Giải</a:t>
            </a:r>
            <a:r>
              <a:rPr lang="en-US" sz="3600" b="1" i="0" u="none" strike="noStrike" cap="none" dirty="0">
                <a:solidFill>
                  <a:srgbClr val="003366"/>
                </a:solidFill>
                <a:latin typeface="Merriweather" panose="00000500000000000000" pitchFamily="2" charset="0"/>
                <a:ea typeface="Merriweather"/>
                <a:cs typeface="Merriweather"/>
                <a:sym typeface="Merriweather"/>
              </a:rPr>
              <a:t> </a:t>
            </a:r>
            <a:r>
              <a:rPr lang="en-US" sz="3600" b="1" i="0" u="none" strike="noStrike" cap="none" dirty="0" err="1">
                <a:solidFill>
                  <a:srgbClr val="003366"/>
                </a:solidFill>
                <a:latin typeface="Merriweather" panose="00000500000000000000" pitchFamily="2" charset="0"/>
                <a:ea typeface="Merriweather"/>
                <a:cs typeface="Merriweather"/>
                <a:sym typeface="Merriweather"/>
              </a:rPr>
              <a:t>pháp</a:t>
            </a:r>
            <a:r>
              <a:rPr lang="en-US" sz="3600" b="1" i="0" u="none" strike="noStrike" cap="none" dirty="0">
                <a:solidFill>
                  <a:srgbClr val="003366"/>
                </a:solidFill>
                <a:latin typeface="Merriweather" panose="00000500000000000000" pitchFamily="2" charset="0"/>
                <a:ea typeface="Merriweather"/>
                <a:cs typeface="Merriweather"/>
                <a:sym typeface="Merriweather"/>
              </a:rPr>
              <a:t> </a:t>
            </a:r>
            <a:r>
              <a:rPr lang="en-US" sz="3600" b="1" i="0" u="none" strike="noStrike" cap="none" dirty="0" err="1">
                <a:solidFill>
                  <a:srgbClr val="003366"/>
                </a:solidFill>
                <a:latin typeface="Merriweather" panose="00000500000000000000" pitchFamily="2" charset="0"/>
                <a:ea typeface="Merriweather"/>
                <a:cs typeface="Merriweather"/>
                <a:sym typeface="Merriweather"/>
              </a:rPr>
              <a:t>hành</a:t>
            </a:r>
            <a:r>
              <a:rPr lang="en-US" sz="3600" b="1" i="0" u="none" strike="noStrike" cap="none" dirty="0">
                <a:solidFill>
                  <a:srgbClr val="003366"/>
                </a:solidFill>
                <a:latin typeface="Merriweather" panose="00000500000000000000" pitchFamily="2" charset="0"/>
                <a:ea typeface="Merriweather"/>
                <a:cs typeface="Merriweather"/>
                <a:sym typeface="Merriweather"/>
              </a:rPr>
              <a:t> </a:t>
            </a:r>
            <a:r>
              <a:rPr lang="en-US" sz="3600" b="1" i="0" u="none" strike="noStrike" cap="none" dirty="0" err="1">
                <a:solidFill>
                  <a:srgbClr val="003366"/>
                </a:solidFill>
                <a:latin typeface="Merriweather" panose="00000500000000000000" pitchFamily="2" charset="0"/>
                <a:ea typeface="Merriweather"/>
                <a:cs typeface="Merriweather"/>
                <a:sym typeface="Merriweather"/>
              </a:rPr>
              <a:t>động</a:t>
            </a:r>
            <a:endParaRPr dirty="0">
              <a:latin typeface="Merriweather" panose="00000500000000000000" pitchFamily="2"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9E5"/>
        </a:solidFill>
        <a:effectLst/>
      </p:bgPr>
    </p:bg>
    <p:spTree>
      <p:nvGrpSpPr>
        <p:cNvPr id="1" name="Shape 263"/>
        <p:cNvGrpSpPr/>
        <p:nvPr/>
      </p:nvGrpSpPr>
      <p:grpSpPr>
        <a:xfrm>
          <a:off x="0" y="0"/>
          <a:ext cx="0" cy="0"/>
          <a:chOff x="0" y="0"/>
          <a:chExt cx="0" cy="0"/>
        </a:xfrm>
      </p:grpSpPr>
      <p:pic>
        <p:nvPicPr>
          <p:cNvPr id="264" name="Google Shape;264;p27" descr="image.png"/>
          <p:cNvPicPr preferRelativeResize="0"/>
          <p:nvPr/>
        </p:nvPicPr>
        <p:blipFill rotWithShape="1">
          <a:blip r:embed="rId3">
            <a:alphaModFix/>
          </a:blip>
          <a:srcRect/>
          <a:stretch/>
        </p:blipFill>
        <p:spPr>
          <a:xfrm>
            <a:off x="0" y="0"/>
            <a:ext cx="12192000" cy="6858000"/>
          </a:xfrm>
          <a:prstGeom prst="rect">
            <a:avLst/>
          </a:prstGeom>
          <a:ln/>
        </p:spPr>
        <p:style>
          <a:lnRef idx="2">
            <a:schemeClr val="dk1"/>
          </a:lnRef>
          <a:fillRef idx="1">
            <a:schemeClr val="lt1"/>
          </a:fillRef>
          <a:effectRef idx="0">
            <a:schemeClr val="dk1"/>
          </a:effectRef>
          <a:fontRef idx="minor">
            <a:schemeClr val="dk1"/>
          </a:fontRef>
        </p:style>
      </p:pic>
      <p:sp>
        <p:nvSpPr>
          <p:cNvPr id="269" name="Google Shape;269;p27"/>
          <p:cNvSpPr txBox="1"/>
          <p:nvPr/>
        </p:nvSpPr>
        <p:spPr>
          <a:xfrm>
            <a:off x="790575" y="571500"/>
            <a:ext cx="11401425"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dirty="0" err="1">
                <a:solidFill>
                  <a:srgbClr val="003366"/>
                </a:solidFill>
                <a:latin typeface="Merriweather" panose="00000500000000000000" pitchFamily="2" charset="0"/>
                <a:ea typeface="Merriweather"/>
                <a:cs typeface="Merriweather"/>
                <a:sym typeface="Merriweather"/>
              </a:rPr>
              <a:t>Kiểm</a:t>
            </a:r>
            <a:r>
              <a:rPr lang="en-US" sz="3600" b="1" i="0" u="none" strike="noStrike" cap="none" dirty="0">
                <a:solidFill>
                  <a:srgbClr val="003366"/>
                </a:solidFill>
                <a:latin typeface="Merriweather" panose="00000500000000000000" pitchFamily="2" charset="0"/>
                <a:ea typeface="Merriweather"/>
                <a:cs typeface="Merriweather"/>
                <a:sym typeface="Merriweather"/>
              </a:rPr>
              <a:t> </a:t>
            </a:r>
            <a:r>
              <a:rPr lang="en-US" sz="3600" b="1" i="0" u="none" strike="noStrike" cap="none" dirty="0" err="1">
                <a:solidFill>
                  <a:srgbClr val="003366"/>
                </a:solidFill>
                <a:latin typeface="Merriweather" panose="00000500000000000000" pitchFamily="2" charset="0"/>
                <a:ea typeface="Merriweather"/>
                <a:cs typeface="Merriweather"/>
                <a:sym typeface="Merriweather"/>
              </a:rPr>
              <a:t>tra</a:t>
            </a:r>
            <a:r>
              <a:rPr lang="en-US" sz="3600" b="1" i="0" u="none" strike="noStrike" cap="none" dirty="0">
                <a:solidFill>
                  <a:srgbClr val="003366"/>
                </a:solidFill>
                <a:latin typeface="Merriweather" panose="00000500000000000000" pitchFamily="2" charset="0"/>
                <a:ea typeface="Merriweather"/>
                <a:cs typeface="Merriweather"/>
                <a:sym typeface="Merriweather"/>
              </a:rPr>
              <a:t> </a:t>
            </a:r>
            <a:r>
              <a:rPr lang="en-US" sz="3600" b="1" i="0" u="none" strike="noStrike" cap="none" dirty="0" err="1">
                <a:solidFill>
                  <a:srgbClr val="003366"/>
                </a:solidFill>
                <a:latin typeface="Merriweather" panose="00000500000000000000" pitchFamily="2" charset="0"/>
                <a:ea typeface="Merriweather"/>
                <a:cs typeface="Merriweather"/>
                <a:sym typeface="Merriweather"/>
              </a:rPr>
              <a:t>kiến</a:t>
            </a:r>
            <a:r>
              <a:rPr lang="en-US" sz="3600" b="1" i="0" u="none" strike="noStrike" cap="none" dirty="0">
                <a:solidFill>
                  <a:srgbClr val="003366"/>
                </a:solidFill>
                <a:latin typeface="Merriweather" panose="00000500000000000000" pitchFamily="2" charset="0"/>
                <a:ea typeface="Merriweather"/>
                <a:cs typeface="Merriweather"/>
                <a:sym typeface="Merriweather"/>
              </a:rPr>
              <a:t> </a:t>
            </a:r>
            <a:r>
              <a:rPr lang="en-US" sz="3600" b="1" i="0" u="none" strike="noStrike" cap="none" dirty="0" err="1">
                <a:solidFill>
                  <a:srgbClr val="003366"/>
                </a:solidFill>
                <a:latin typeface="Merriweather" panose="00000500000000000000" pitchFamily="2" charset="0"/>
                <a:ea typeface="Merriweather"/>
                <a:cs typeface="Merriweather"/>
                <a:sym typeface="Merriweather"/>
              </a:rPr>
              <a:t>thức</a:t>
            </a:r>
            <a:r>
              <a:rPr lang="en-US" sz="3600" b="1" i="0" u="none" strike="noStrike" cap="none" dirty="0">
                <a:solidFill>
                  <a:srgbClr val="003366"/>
                </a:solidFill>
                <a:latin typeface="Merriweather" panose="00000500000000000000" pitchFamily="2" charset="0"/>
                <a:ea typeface="Merriweather"/>
                <a:cs typeface="Merriweather"/>
                <a:sym typeface="Merriweather"/>
              </a:rPr>
              <a:t> </a:t>
            </a:r>
            <a:r>
              <a:rPr lang="en-US" sz="3600" b="1" i="0" u="none" strike="noStrike" cap="none" dirty="0" err="1">
                <a:solidFill>
                  <a:srgbClr val="003366"/>
                </a:solidFill>
                <a:latin typeface="Merriweather" panose="00000500000000000000" pitchFamily="2" charset="0"/>
                <a:ea typeface="Merriweather"/>
                <a:cs typeface="Merriweather"/>
                <a:sym typeface="Merriweather"/>
              </a:rPr>
              <a:t>nhanh</a:t>
            </a:r>
            <a:endParaRPr dirty="0">
              <a:latin typeface="Merriweather" panose="00000500000000000000" pitchFamily="2" charset="0"/>
            </a:endParaRPr>
          </a:p>
        </p:txBody>
      </p:sp>
      <p:sp>
        <p:nvSpPr>
          <p:cNvPr id="270" name="Google Shape;270;p27"/>
          <p:cNvSpPr/>
          <p:nvPr/>
        </p:nvSpPr>
        <p:spPr>
          <a:xfrm>
            <a:off x="571500" y="571500"/>
            <a:ext cx="76200" cy="571500"/>
          </a:xfrm>
          <a:prstGeom prst="rect">
            <a:avLst/>
          </a:prstGeom>
          <a:solidFill>
            <a:srgbClr val="D4AF3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erriweather" panose="00000500000000000000" pitchFamily="2" charset="0"/>
              <a:ea typeface="Calibri"/>
              <a:cs typeface="Calibri"/>
              <a:sym typeface="Calibri"/>
            </a:endParaRPr>
          </a:p>
        </p:txBody>
      </p:sp>
      <p:sp>
        <p:nvSpPr>
          <p:cNvPr id="271" name="Google Shape;271;p27"/>
          <p:cNvSpPr txBox="1"/>
          <p:nvPr/>
        </p:nvSpPr>
        <p:spPr>
          <a:xfrm>
            <a:off x="571500" y="1925091"/>
            <a:ext cx="11049000" cy="886397"/>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1" i="0" u="none" strike="noStrike" cap="none" dirty="0" err="1">
                <a:solidFill>
                  <a:srgbClr val="334155"/>
                </a:solidFill>
                <a:latin typeface="Merriweather" panose="00000500000000000000" pitchFamily="2" charset="0"/>
                <a:ea typeface="DM Sans"/>
                <a:cs typeface="DM Sans"/>
                <a:sym typeface="DM Sans"/>
              </a:rPr>
              <a:t>Câu</a:t>
            </a:r>
            <a:r>
              <a:rPr lang="en-US" sz="1800" b="1" i="0" u="none" strike="noStrike" cap="none" dirty="0">
                <a:solidFill>
                  <a:srgbClr val="334155"/>
                </a:solidFill>
                <a:latin typeface="Merriweather" panose="00000500000000000000" pitchFamily="2" charset="0"/>
                <a:ea typeface="DM Sans"/>
                <a:cs typeface="DM Sans"/>
                <a:sym typeface="DM Sans"/>
              </a:rPr>
              <a:t> </a:t>
            </a:r>
            <a:r>
              <a:rPr lang="en-US" sz="1800" b="1" i="0" u="none" strike="noStrike" cap="none" dirty="0" err="1">
                <a:solidFill>
                  <a:srgbClr val="334155"/>
                </a:solidFill>
                <a:latin typeface="Merriweather" panose="00000500000000000000" pitchFamily="2" charset="0"/>
                <a:ea typeface="DM Sans"/>
                <a:cs typeface="DM Sans"/>
                <a:sym typeface="DM Sans"/>
              </a:rPr>
              <a:t>hỏi</a:t>
            </a:r>
            <a:r>
              <a:rPr lang="en-US" sz="1800" b="1" i="0" u="none" strike="noStrike" cap="none" dirty="0">
                <a:solidFill>
                  <a:srgbClr val="334155"/>
                </a:solidFill>
                <a:latin typeface="Merriweather" panose="00000500000000000000" pitchFamily="2" charset="0"/>
                <a:ea typeface="DM Sans"/>
                <a:cs typeface="DM Sans"/>
                <a:sym typeface="DM Sans"/>
              </a:rPr>
              <a:t>: </a:t>
            </a:r>
            <a:r>
              <a:rPr lang="en-US" sz="1800" b="1" i="0" u="none" strike="noStrike" cap="none" dirty="0" err="1">
                <a:solidFill>
                  <a:srgbClr val="334155"/>
                </a:solidFill>
                <a:latin typeface="Merriweather" panose="00000500000000000000" pitchFamily="2" charset="0"/>
                <a:ea typeface="DM Sans"/>
                <a:cs typeface="DM Sans"/>
                <a:sym typeface="DM Sans"/>
              </a:rPr>
              <a:t>Đặc</a:t>
            </a:r>
            <a:r>
              <a:rPr lang="en-US" sz="1800" b="1" i="0" u="none" strike="noStrike" cap="none" dirty="0">
                <a:solidFill>
                  <a:srgbClr val="334155"/>
                </a:solidFill>
                <a:latin typeface="Merriweather" panose="00000500000000000000" pitchFamily="2" charset="0"/>
                <a:ea typeface="DM Sans"/>
                <a:cs typeface="DM Sans"/>
                <a:sym typeface="DM Sans"/>
              </a:rPr>
              <a:t> </a:t>
            </a:r>
            <a:r>
              <a:rPr lang="en-US" sz="1800" b="1" i="0" u="none" strike="noStrike" cap="none" dirty="0" err="1">
                <a:solidFill>
                  <a:srgbClr val="334155"/>
                </a:solidFill>
                <a:latin typeface="Merriweather" panose="00000500000000000000" pitchFamily="2" charset="0"/>
                <a:ea typeface="DM Sans"/>
                <a:cs typeface="DM Sans"/>
                <a:sym typeface="DM Sans"/>
              </a:rPr>
              <a:t>tính</a:t>
            </a:r>
            <a:r>
              <a:rPr lang="en-US" sz="1800" b="1" i="0" u="none" strike="noStrike" cap="none" dirty="0">
                <a:solidFill>
                  <a:srgbClr val="334155"/>
                </a:solidFill>
                <a:latin typeface="Merriweather" panose="00000500000000000000" pitchFamily="2" charset="0"/>
                <a:ea typeface="DM Sans"/>
                <a:cs typeface="DM Sans"/>
                <a:sym typeface="DM Sans"/>
              </a:rPr>
              <a:t> </a:t>
            </a:r>
            <a:r>
              <a:rPr lang="en-US" sz="1800" b="1" i="0" u="none" strike="noStrike" cap="none" dirty="0" err="1">
                <a:solidFill>
                  <a:srgbClr val="334155"/>
                </a:solidFill>
                <a:latin typeface="Merriweather" panose="00000500000000000000" pitchFamily="2" charset="0"/>
                <a:ea typeface="DM Sans"/>
                <a:cs typeface="DM Sans"/>
                <a:sym typeface="DM Sans"/>
              </a:rPr>
              <a:t>nào</a:t>
            </a:r>
            <a:r>
              <a:rPr lang="en-US" sz="1800" b="1" i="0" u="none" strike="noStrike" cap="none" dirty="0">
                <a:solidFill>
                  <a:srgbClr val="334155"/>
                </a:solidFill>
                <a:latin typeface="Merriweather" panose="00000500000000000000" pitchFamily="2" charset="0"/>
                <a:ea typeface="DM Sans"/>
                <a:cs typeface="DM Sans"/>
                <a:sym typeface="DM Sans"/>
              </a:rPr>
              <a:t> </a:t>
            </a:r>
            <a:r>
              <a:rPr lang="en-US" sz="1800" b="1" i="0" u="none" strike="noStrike" cap="none" dirty="0" err="1">
                <a:solidFill>
                  <a:srgbClr val="334155"/>
                </a:solidFill>
                <a:latin typeface="Merriweather" panose="00000500000000000000" pitchFamily="2" charset="0"/>
                <a:ea typeface="DM Sans"/>
                <a:cs typeface="DM Sans"/>
                <a:sym typeface="DM Sans"/>
              </a:rPr>
              <a:t>khẳng</a:t>
            </a:r>
            <a:r>
              <a:rPr lang="en-US" sz="1800" b="1" i="0" u="none" strike="noStrike" cap="none" dirty="0">
                <a:solidFill>
                  <a:srgbClr val="334155"/>
                </a:solidFill>
                <a:latin typeface="Merriweather" panose="00000500000000000000" pitchFamily="2" charset="0"/>
                <a:ea typeface="DM Sans"/>
                <a:cs typeface="DM Sans"/>
                <a:sym typeface="DM Sans"/>
              </a:rPr>
              <a:t> </a:t>
            </a:r>
            <a:r>
              <a:rPr lang="en-US" sz="1800" b="1" i="0" u="none" strike="noStrike" cap="none" dirty="0" err="1">
                <a:solidFill>
                  <a:srgbClr val="334155"/>
                </a:solidFill>
                <a:latin typeface="Merriweather" panose="00000500000000000000" pitchFamily="2" charset="0"/>
                <a:ea typeface="DM Sans"/>
                <a:cs typeface="DM Sans"/>
                <a:sym typeface="DM Sans"/>
              </a:rPr>
              <a:t>định</a:t>
            </a:r>
            <a:r>
              <a:rPr lang="en-US" sz="1800" b="1" i="0" u="none" strike="noStrike" cap="none" dirty="0">
                <a:solidFill>
                  <a:srgbClr val="334155"/>
                </a:solidFill>
                <a:latin typeface="Merriweather" panose="00000500000000000000" pitchFamily="2" charset="0"/>
                <a:ea typeface="DM Sans"/>
                <a:cs typeface="DM Sans"/>
                <a:sym typeface="DM Sans"/>
              </a:rPr>
              <a:t> </a:t>
            </a:r>
            <a:r>
              <a:rPr lang="en-US" sz="1800" b="1" i="0" u="none" strike="noStrike" cap="none" dirty="0" err="1">
                <a:solidFill>
                  <a:srgbClr val="334155"/>
                </a:solidFill>
                <a:latin typeface="Merriweather" panose="00000500000000000000" pitchFamily="2" charset="0"/>
                <a:ea typeface="DM Sans"/>
                <a:cs typeface="DM Sans"/>
                <a:sym typeface="DM Sans"/>
              </a:rPr>
              <a:t>chân</a:t>
            </a:r>
            <a:r>
              <a:rPr lang="en-US" sz="1800" b="1" i="0" u="none" strike="noStrike" cap="none" dirty="0">
                <a:solidFill>
                  <a:srgbClr val="334155"/>
                </a:solidFill>
                <a:latin typeface="Merriweather" panose="00000500000000000000" pitchFamily="2" charset="0"/>
                <a:ea typeface="DM Sans"/>
                <a:cs typeface="DM Sans"/>
                <a:sym typeface="DM Sans"/>
              </a:rPr>
              <a:t> </a:t>
            </a:r>
            <a:r>
              <a:rPr lang="en-US" sz="1800" b="1" i="0" u="none" strike="noStrike" cap="none" dirty="0" err="1">
                <a:solidFill>
                  <a:srgbClr val="334155"/>
                </a:solidFill>
                <a:latin typeface="Merriweather" panose="00000500000000000000" pitchFamily="2" charset="0"/>
                <a:ea typeface="DM Sans"/>
                <a:cs typeface="DM Sans"/>
                <a:sym typeface="DM Sans"/>
              </a:rPr>
              <a:t>lý</a:t>
            </a:r>
            <a:r>
              <a:rPr lang="en-US" sz="1800" b="1" i="0" u="none" strike="noStrike" cap="none" dirty="0">
                <a:solidFill>
                  <a:srgbClr val="334155"/>
                </a:solidFill>
                <a:latin typeface="Merriweather" panose="00000500000000000000" pitchFamily="2" charset="0"/>
                <a:ea typeface="DM Sans"/>
                <a:cs typeface="DM Sans"/>
                <a:sym typeface="DM Sans"/>
              </a:rPr>
              <a:t> </a:t>
            </a:r>
            <a:r>
              <a:rPr lang="en-US" sz="1800" b="1" i="0" u="none" strike="noStrike" cap="none" dirty="0" err="1">
                <a:solidFill>
                  <a:srgbClr val="334155"/>
                </a:solidFill>
                <a:latin typeface="Merriweather" panose="00000500000000000000" pitchFamily="2" charset="0"/>
                <a:ea typeface="DM Sans"/>
                <a:cs typeface="DM Sans"/>
                <a:sym typeface="DM Sans"/>
              </a:rPr>
              <a:t>hoàn</a:t>
            </a:r>
            <a:r>
              <a:rPr lang="en-US" sz="1800" b="1" i="0" u="none" strike="noStrike" cap="none" dirty="0">
                <a:solidFill>
                  <a:srgbClr val="334155"/>
                </a:solidFill>
                <a:latin typeface="Merriweather" panose="00000500000000000000" pitchFamily="2" charset="0"/>
                <a:ea typeface="DM Sans"/>
                <a:cs typeface="DM Sans"/>
                <a:sym typeface="DM Sans"/>
              </a:rPr>
              <a:t> </a:t>
            </a:r>
            <a:r>
              <a:rPr lang="en-US" sz="1800" b="1" i="0" u="none" strike="noStrike" cap="none" dirty="0" err="1">
                <a:solidFill>
                  <a:srgbClr val="334155"/>
                </a:solidFill>
                <a:latin typeface="Merriweather" panose="00000500000000000000" pitchFamily="2" charset="0"/>
                <a:ea typeface="DM Sans"/>
                <a:cs typeface="DM Sans"/>
                <a:sym typeface="DM Sans"/>
              </a:rPr>
              <a:t>toàn</a:t>
            </a:r>
            <a:r>
              <a:rPr lang="en-US" sz="1800" b="1" i="0" u="none" strike="noStrike" cap="none" dirty="0">
                <a:solidFill>
                  <a:srgbClr val="334155"/>
                </a:solidFill>
                <a:latin typeface="Merriweather" panose="00000500000000000000" pitchFamily="2" charset="0"/>
                <a:ea typeface="DM Sans"/>
                <a:cs typeface="DM Sans"/>
                <a:sym typeface="DM Sans"/>
              </a:rPr>
              <a:t> </a:t>
            </a:r>
            <a:r>
              <a:rPr lang="en-US" sz="1800" b="1" i="0" u="none" strike="noStrike" cap="none" dirty="0" err="1">
                <a:solidFill>
                  <a:srgbClr val="334155"/>
                </a:solidFill>
                <a:latin typeface="Merriweather" panose="00000500000000000000" pitchFamily="2" charset="0"/>
                <a:ea typeface="DM Sans"/>
                <a:cs typeface="DM Sans"/>
                <a:sym typeface="DM Sans"/>
              </a:rPr>
              <a:t>độc</a:t>
            </a:r>
            <a:r>
              <a:rPr lang="en-US" sz="1800" b="1" i="0" u="none" strike="noStrike" cap="none" dirty="0">
                <a:solidFill>
                  <a:srgbClr val="334155"/>
                </a:solidFill>
                <a:latin typeface="Merriweather" panose="00000500000000000000" pitchFamily="2" charset="0"/>
                <a:ea typeface="DM Sans"/>
                <a:cs typeface="DM Sans"/>
                <a:sym typeface="DM Sans"/>
              </a:rPr>
              <a:t> </a:t>
            </a:r>
            <a:r>
              <a:rPr lang="en-US" sz="1800" b="1" i="0" u="none" strike="noStrike" cap="none" dirty="0" err="1">
                <a:solidFill>
                  <a:srgbClr val="334155"/>
                </a:solidFill>
                <a:latin typeface="Merriweather" panose="00000500000000000000" pitchFamily="2" charset="0"/>
                <a:ea typeface="DM Sans"/>
                <a:cs typeface="DM Sans"/>
                <a:sym typeface="DM Sans"/>
              </a:rPr>
              <a:t>lập</a:t>
            </a:r>
            <a:r>
              <a:rPr lang="en-US" sz="1800" b="1" i="0" u="none" strike="noStrike" cap="none" dirty="0">
                <a:solidFill>
                  <a:srgbClr val="334155"/>
                </a:solidFill>
                <a:latin typeface="Merriweather" panose="00000500000000000000" pitchFamily="2" charset="0"/>
                <a:ea typeface="DM Sans"/>
                <a:cs typeface="DM Sans"/>
                <a:sym typeface="DM Sans"/>
              </a:rPr>
              <a:t> </a:t>
            </a:r>
            <a:r>
              <a:rPr lang="en-US" sz="1800" b="1" i="0" u="none" strike="noStrike" cap="none" dirty="0" err="1">
                <a:solidFill>
                  <a:srgbClr val="334155"/>
                </a:solidFill>
                <a:latin typeface="Merriweather" panose="00000500000000000000" pitchFamily="2" charset="0"/>
                <a:ea typeface="DM Sans"/>
                <a:cs typeface="DM Sans"/>
                <a:sym typeface="DM Sans"/>
              </a:rPr>
              <a:t>với</a:t>
            </a:r>
            <a:r>
              <a:rPr lang="en-US" sz="1800" b="1" i="0" u="none" strike="noStrike" cap="none" dirty="0">
                <a:solidFill>
                  <a:srgbClr val="334155"/>
                </a:solidFill>
                <a:latin typeface="Merriweather" panose="00000500000000000000" pitchFamily="2" charset="0"/>
                <a:ea typeface="DM Sans"/>
                <a:cs typeface="DM Sans"/>
                <a:sym typeface="DM Sans"/>
              </a:rPr>
              <a:t> </a:t>
            </a:r>
            <a:r>
              <a:rPr lang="en-US" sz="1800" b="1" i="0" u="none" strike="noStrike" cap="none" dirty="0" err="1">
                <a:solidFill>
                  <a:srgbClr val="334155"/>
                </a:solidFill>
                <a:latin typeface="Merriweather" panose="00000500000000000000" pitchFamily="2" charset="0"/>
                <a:ea typeface="DM Sans"/>
                <a:cs typeface="DM Sans"/>
                <a:sym typeface="DM Sans"/>
              </a:rPr>
              <a:t>lợi</a:t>
            </a:r>
            <a:r>
              <a:rPr lang="en-US" sz="1800" b="1" i="0" u="none" strike="noStrike" cap="none" dirty="0">
                <a:solidFill>
                  <a:srgbClr val="334155"/>
                </a:solidFill>
                <a:latin typeface="Merriweather" panose="00000500000000000000" pitchFamily="2" charset="0"/>
                <a:ea typeface="DM Sans"/>
                <a:cs typeface="DM Sans"/>
                <a:sym typeface="DM Sans"/>
              </a:rPr>
              <a:t> </a:t>
            </a:r>
            <a:r>
              <a:rPr lang="en-US" sz="1800" b="1" i="0" u="none" strike="noStrike" cap="none" dirty="0" err="1">
                <a:solidFill>
                  <a:srgbClr val="334155"/>
                </a:solidFill>
                <a:latin typeface="Merriweather" panose="00000500000000000000" pitchFamily="2" charset="0"/>
                <a:ea typeface="DM Sans"/>
                <a:cs typeface="DM Sans"/>
                <a:sym typeface="DM Sans"/>
              </a:rPr>
              <a:t>ích</a:t>
            </a:r>
            <a:r>
              <a:rPr lang="en-US" sz="1800" b="1" i="0" u="none" strike="noStrike" cap="none" dirty="0">
                <a:solidFill>
                  <a:srgbClr val="334155"/>
                </a:solidFill>
                <a:latin typeface="Merriweather" panose="00000500000000000000" pitchFamily="2" charset="0"/>
                <a:ea typeface="DM Sans"/>
                <a:cs typeface="DM Sans"/>
                <a:sym typeface="DM Sans"/>
              </a:rPr>
              <a:t> hay </a:t>
            </a:r>
            <a:r>
              <a:rPr lang="en-US" sz="1800" b="1" i="0" u="none" strike="noStrike" cap="none" dirty="0" err="1">
                <a:solidFill>
                  <a:srgbClr val="334155"/>
                </a:solidFill>
                <a:latin typeface="Merriweather" panose="00000500000000000000" pitchFamily="2" charset="0"/>
                <a:ea typeface="DM Sans"/>
                <a:cs typeface="DM Sans"/>
                <a:sym typeface="DM Sans"/>
              </a:rPr>
              <a:t>sự</a:t>
            </a:r>
            <a:r>
              <a:rPr lang="en-US" sz="1800" b="1" i="0" u="none" strike="noStrike" cap="none" dirty="0">
                <a:solidFill>
                  <a:srgbClr val="334155"/>
                </a:solidFill>
                <a:latin typeface="Merriweather" panose="00000500000000000000" pitchFamily="2" charset="0"/>
                <a:ea typeface="DM Sans"/>
                <a:cs typeface="DM Sans"/>
                <a:sym typeface="DM Sans"/>
              </a:rPr>
              <a:t> </a:t>
            </a:r>
            <a:r>
              <a:rPr lang="en-US" sz="1800" b="1" i="0" u="none" strike="noStrike" cap="none" dirty="0" err="1">
                <a:solidFill>
                  <a:srgbClr val="334155"/>
                </a:solidFill>
                <a:latin typeface="Merriweather" panose="00000500000000000000" pitchFamily="2" charset="0"/>
                <a:ea typeface="DM Sans"/>
                <a:cs typeface="DM Sans"/>
                <a:sym typeface="DM Sans"/>
              </a:rPr>
              <a:t>quy</a:t>
            </a:r>
            <a:r>
              <a:rPr lang="en-US" sz="1800" b="1" i="0" u="none" strike="noStrike" cap="none" dirty="0">
                <a:solidFill>
                  <a:srgbClr val="334155"/>
                </a:solidFill>
                <a:latin typeface="Merriweather" panose="00000500000000000000" pitchFamily="2" charset="0"/>
                <a:ea typeface="DM Sans"/>
                <a:cs typeface="DM Sans"/>
                <a:sym typeface="DM Sans"/>
              </a:rPr>
              <a:t> </a:t>
            </a:r>
            <a:r>
              <a:rPr lang="en-US" sz="1800" b="1" i="0" u="none" strike="noStrike" cap="none" dirty="0" err="1">
                <a:solidFill>
                  <a:srgbClr val="334155"/>
                </a:solidFill>
                <a:latin typeface="Merriweather" panose="00000500000000000000" pitchFamily="2" charset="0"/>
                <a:ea typeface="DM Sans"/>
                <a:cs typeface="DM Sans"/>
                <a:sym typeface="DM Sans"/>
              </a:rPr>
              <a:t>ước</a:t>
            </a:r>
            <a:r>
              <a:rPr lang="en-US" sz="1800" b="1" i="0" u="none" strike="noStrike" cap="none" dirty="0">
                <a:solidFill>
                  <a:srgbClr val="334155"/>
                </a:solidFill>
                <a:latin typeface="Merriweather" panose="00000500000000000000" pitchFamily="2" charset="0"/>
                <a:ea typeface="DM Sans"/>
                <a:cs typeface="DM Sans"/>
                <a:sym typeface="DM Sans"/>
              </a:rPr>
              <a:t> </a:t>
            </a:r>
            <a:r>
              <a:rPr lang="en-US" sz="1800" b="1" i="0" u="none" strike="noStrike" cap="none" dirty="0" err="1">
                <a:solidFill>
                  <a:srgbClr val="334155"/>
                </a:solidFill>
                <a:latin typeface="Merriweather" panose="00000500000000000000" pitchFamily="2" charset="0"/>
                <a:ea typeface="DM Sans"/>
                <a:cs typeface="DM Sans"/>
                <a:sym typeface="DM Sans"/>
              </a:rPr>
              <a:t>của</a:t>
            </a:r>
            <a:r>
              <a:rPr lang="en-US" sz="1800" b="1" i="0" u="none" strike="noStrike" cap="none" dirty="0">
                <a:solidFill>
                  <a:srgbClr val="334155"/>
                </a:solidFill>
                <a:latin typeface="Merriweather" panose="00000500000000000000" pitchFamily="2" charset="0"/>
                <a:ea typeface="DM Sans"/>
                <a:cs typeface="DM Sans"/>
                <a:sym typeface="DM Sans"/>
              </a:rPr>
              <a:t> </a:t>
            </a:r>
            <a:r>
              <a:rPr lang="en-US" sz="1800" b="1" i="0" u="none" strike="noStrike" cap="none" dirty="0" err="1">
                <a:solidFill>
                  <a:srgbClr val="334155"/>
                </a:solidFill>
                <a:latin typeface="Merriweather" panose="00000500000000000000" pitchFamily="2" charset="0"/>
                <a:ea typeface="DM Sans"/>
                <a:cs typeface="DM Sans"/>
                <a:sym typeface="DM Sans"/>
              </a:rPr>
              <a:t>đám</a:t>
            </a:r>
            <a:r>
              <a:rPr lang="en-US" sz="1800" b="1" i="0" u="none" strike="noStrike" cap="none" dirty="0">
                <a:solidFill>
                  <a:srgbClr val="334155"/>
                </a:solidFill>
                <a:latin typeface="Merriweather" panose="00000500000000000000" pitchFamily="2" charset="0"/>
                <a:ea typeface="DM Sans"/>
                <a:cs typeface="DM Sans"/>
                <a:sym typeface="DM Sans"/>
              </a:rPr>
              <a:t> </a:t>
            </a:r>
            <a:r>
              <a:rPr lang="en-US" sz="1800" b="1" i="0" u="none" strike="noStrike" cap="none" dirty="0" err="1">
                <a:solidFill>
                  <a:srgbClr val="334155"/>
                </a:solidFill>
                <a:latin typeface="Merriweather" panose="00000500000000000000" pitchFamily="2" charset="0"/>
                <a:ea typeface="DM Sans"/>
                <a:cs typeface="DM Sans"/>
                <a:sym typeface="DM Sans"/>
              </a:rPr>
              <a:t>đông</a:t>
            </a:r>
            <a:r>
              <a:rPr lang="en-US" sz="1800" b="1" i="0" u="none" strike="noStrike" cap="none" dirty="0">
                <a:solidFill>
                  <a:srgbClr val="334155"/>
                </a:solidFill>
                <a:latin typeface="Merriweather" panose="00000500000000000000" pitchFamily="2" charset="0"/>
                <a:ea typeface="DM Sans"/>
                <a:cs typeface="DM Sans"/>
                <a:sym typeface="DM Sans"/>
              </a:rPr>
              <a:t>?</a:t>
            </a:r>
            <a:endParaRPr dirty="0">
              <a:latin typeface="Merriweather" panose="00000500000000000000" pitchFamily="2" charset="0"/>
            </a:endParaRPr>
          </a:p>
        </p:txBody>
      </p:sp>
      <p:sp>
        <p:nvSpPr>
          <p:cNvPr id="272" name="Google Shape;272;p27"/>
          <p:cNvSpPr txBox="1"/>
          <p:nvPr/>
        </p:nvSpPr>
        <p:spPr>
          <a:xfrm>
            <a:off x="571500" y="5580608"/>
            <a:ext cx="11049000" cy="36933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1" u="none" strike="noStrike" cap="none">
                <a:solidFill>
                  <a:srgbClr val="334155"/>
                </a:solidFill>
                <a:latin typeface="Merriweather" panose="00000500000000000000" pitchFamily="2" charset="0"/>
                <a:ea typeface="DM Sans"/>
                <a:cs typeface="DM Sans"/>
                <a:sym typeface="DM Sans"/>
              </a:rPr>
              <a:t>"Chân lý không phụ thuộc vào con người, chỉ phụ thuộc vào thực tại khách quan."</a:t>
            </a:r>
            <a:endParaRPr>
              <a:latin typeface="Merriweather" panose="00000500000000000000" pitchFamily="2" charset="0"/>
            </a:endParaRPr>
          </a:p>
        </p:txBody>
      </p:sp>
      <p:sp>
        <p:nvSpPr>
          <p:cNvPr id="3" name="Rectangle: Rounded Corners 2">
            <a:extLst>
              <a:ext uri="{FF2B5EF4-FFF2-40B4-BE49-F238E27FC236}">
                <a16:creationId xmlns:a16="http://schemas.microsoft.com/office/drawing/2014/main" id="{B81C6261-3607-9757-7C2A-3F011D421E91}"/>
              </a:ext>
            </a:extLst>
          </p:cNvPr>
          <p:cNvSpPr/>
          <p:nvPr/>
        </p:nvSpPr>
        <p:spPr>
          <a:xfrm>
            <a:off x="762000" y="2924175"/>
            <a:ext cx="11049000" cy="50482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r>
              <a:rPr lang="en-US" dirty="0"/>
              <a:t>A) </a:t>
            </a:r>
            <a:r>
              <a:rPr lang="en-US" dirty="0" err="1"/>
              <a:t>Tính</a:t>
            </a:r>
            <a:r>
              <a:rPr lang="en-US" dirty="0"/>
              <a:t> </a:t>
            </a:r>
            <a:r>
              <a:rPr lang="en-US" dirty="0" err="1"/>
              <a:t>cụ</a:t>
            </a:r>
            <a:r>
              <a:rPr lang="en-US" dirty="0"/>
              <a:t> </a:t>
            </a:r>
            <a:r>
              <a:rPr lang="en-US" dirty="0" err="1"/>
              <a:t>thể</a:t>
            </a:r>
            <a:endParaRPr lang="en-US" dirty="0"/>
          </a:p>
        </p:txBody>
      </p:sp>
      <p:sp>
        <p:nvSpPr>
          <p:cNvPr id="7" name="Rectangle: Rounded Corners 6">
            <a:extLst>
              <a:ext uri="{FF2B5EF4-FFF2-40B4-BE49-F238E27FC236}">
                <a16:creationId xmlns:a16="http://schemas.microsoft.com/office/drawing/2014/main" id="{AC2A9261-5137-A543-EF90-8456F575EC2F}"/>
              </a:ext>
            </a:extLst>
          </p:cNvPr>
          <p:cNvSpPr/>
          <p:nvPr/>
        </p:nvSpPr>
        <p:spPr>
          <a:xfrm>
            <a:off x="762000" y="3511412"/>
            <a:ext cx="11049000" cy="504825"/>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r>
              <a:rPr lang="en-US" dirty="0">
                <a:solidFill>
                  <a:schemeClr val="tx1"/>
                </a:solidFill>
              </a:rPr>
              <a:t>B) </a:t>
            </a:r>
            <a:r>
              <a:rPr lang="en-US" dirty="0" err="1">
                <a:solidFill>
                  <a:schemeClr val="tx1"/>
                </a:solidFill>
              </a:rPr>
              <a:t>Tính</a:t>
            </a:r>
            <a:r>
              <a:rPr lang="en-US" dirty="0">
                <a:solidFill>
                  <a:schemeClr val="tx1"/>
                </a:solidFill>
              </a:rPr>
              <a:t> </a:t>
            </a:r>
            <a:r>
              <a:rPr lang="en-US" dirty="0" err="1">
                <a:solidFill>
                  <a:schemeClr val="tx1"/>
                </a:solidFill>
              </a:rPr>
              <a:t>khách</a:t>
            </a:r>
            <a:r>
              <a:rPr lang="en-US" dirty="0">
                <a:solidFill>
                  <a:schemeClr val="tx1"/>
                </a:solidFill>
              </a:rPr>
              <a:t> </a:t>
            </a:r>
            <a:r>
              <a:rPr lang="en-US" dirty="0" err="1">
                <a:solidFill>
                  <a:schemeClr val="tx1"/>
                </a:solidFill>
              </a:rPr>
              <a:t>quan</a:t>
            </a:r>
            <a:endParaRPr lang="en-US" dirty="0">
              <a:solidFill>
                <a:schemeClr val="tx1"/>
              </a:solidFill>
            </a:endParaRPr>
          </a:p>
        </p:txBody>
      </p:sp>
      <p:sp>
        <p:nvSpPr>
          <p:cNvPr id="4" name="Rectangle: Rounded Corners 3">
            <a:extLst>
              <a:ext uri="{FF2B5EF4-FFF2-40B4-BE49-F238E27FC236}">
                <a16:creationId xmlns:a16="http://schemas.microsoft.com/office/drawing/2014/main" id="{605275FC-CCE5-3653-170F-EA38370E0EEA}"/>
              </a:ext>
            </a:extLst>
          </p:cNvPr>
          <p:cNvSpPr/>
          <p:nvPr/>
        </p:nvSpPr>
        <p:spPr>
          <a:xfrm>
            <a:off x="762000" y="3511412"/>
            <a:ext cx="11049000" cy="50482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r>
              <a:rPr lang="en-US" dirty="0"/>
              <a:t>B) </a:t>
            </a:r>
            <a:r>
              <a:rPr lang="en-US" dirty="0" err="1"/>
              <a:t>Tính</a:t>
            </a:r>
            <a:r>
              <a:rPr lang="en-US" dirty="0"/>
              <a:t> </a:t>
            </a:r>
            <a:r>
              <a:rPr lang="en-US" dirty="0" err="1"/>
              <a:t>khách</a:t>
            </a:r>
            <a:r>
              <a:rPr lang="en-US" dirty="0"/>
              <a:t> </a:t>
            </a:r>
            <a:r>
              <a:rPr lang="en-US" dirty="0" err="1"/>
              <a:t>quan</a:t>
            </a:r>
            <a:endParaRPr lang="en-US" dirty="0"/>
          </a:p>
        </p:txBody>
      </p:sp>
      <p:sp>
        <p:nvSpPr>
          <p:cNvPr id="5" name="Rectangle: Rounded Corners 4">
            <a:extLst>
              <a:ext uri="{FF2B5EF4-FFF2-40B4-BE49-F238E27FC236}">
                <a16:creationId xmlns:a16="http://schemas.microsoft.com/office/drawing/2014/main" id="{62B6A37F-FD2A-1ADC-1551-A11052737678}"/>
              </a:ext>
            </a:extLst>
          </p:cNvPr>
          <p:cNvSpPr/>
          <p:nvPr/>
        </p:nvSpPr>
        <p:spPr>
          <a:xfrm>
            <a:off x="762000" y="4109701"/>
            <a:ext cx="11049000" cy="50482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r>
              <a:rPr lang="en-US" dirty="0"/>
              <a:t>C) </a:t>
            </a:r>
            <a:r>
              <a:rPr lang="en-US" dirty="0" err="1"/>
              <a:t>Tính</a:t>
            </a:r>
            <a:r>
              <a:rPr lang="en-US" dirty="0"/>
              <a:t> </a:t>
            </a:r>
            <a:r>
              <a:rPr lang="en-US" dirty="0" err="1"/>
              <a:t>tuyệt</a:t>
            </a:r>
            <a:r>
              <a:rPr lang="en-US" dirty="0"/>
              <a:t> </a:t>
            </a:r>
            <a:r>
              <a:rPr lang="en-US" dirty="0" err="1"/>
              <a:t>đối</a:t>
            </a:r>
            <a:endParaRPr lang="en-US" dirty="0"/>
          </a:p>
        </p:txBody>
      </p:sp>
      <p:sp>
        <p:nvSpPr>
          <p:cNvPr id="6" name="Rectangle: Rounded Corners 5">
            <a:extLst>
              <a:ext uri="{FF2B5EF4-FFF2-40B4-BE49-F238E27FC236}">
                <a16:creationId xmlns:a16="http://schemas.microsoft.com/office/drawing/2014/main" id="{61D60A86-10C1-50B7-FA72-41AA9CB38D5C}"/>
              </a:ext>
            </a:extLst>
          </p:cNvPr>
          <p:cNvSpPr/>
          <p:nvPr/>
        </p:nvSpPr>
        <p:spPr>
          <a:xfrm>
            <a:off x="762000" y="4699519"/>
            <a:ext cx="11049000" cy="50482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r>
              <a:rPr lang="en-US" dirty="0"/>
              <a:t>D) </a:t>
            </a:r>
            <a:r>
              <a:rPr lang="en-US" dirty="0" err="1"/>
              <a:t>Tính</a:t>
            </a:r>
            <a:r>
              <a:rPr lang="en-US" dirty="0"/>
              <a:t> </a:t>
            </a:r>
            <a:r>
              <a:rPr lang="en-US" dirty="0" err="1"/>
              <a:t>tương</a:t>
            </a:r>
            <a:r>
              <a:rPr lang="en-US" dirty="0"/>
              <a:t> </a:t>
            </a:r>
            <a:r>
              <a:rPr lang="en-US" dirty="0" err="1"/>
              <a:t>đối</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9E5"/>
        </a:solidFill>
        <a:effectLst/>
      </p:bgPr>
    </p:bg>
    <p:spTree>
      <p:nvGrpSpPr>
        <p:cNvPr id="1" name="Shape 263">
          <a:extLst>
            <a:ext uri="{FF2B5EF4-FFF2-40B4-BE49-F238E27FC236}">
              <a16:creationId xmlns:a16="http://schemas.microsoft.com/office/drawing/2014/main" id="{BA2F2508-2FF7-C5CA-D5F0-F071E60BE9BE}"/>
            </a:ext>
          </a:extLst>
        </p:cNvPr>
        <p:cNvGrpSpPr/>
        <p:nvPr/>
      </p:nvGrpSpPr>
      <p:grpSpPr>
        <a:xfrm>
          <a:off x="0" y="0"/>
          <a:ext cx="0" cy="0"/>
          <a:chOff x="0" y="0"/>
          <a:chExt cx="0" cy="0"/>
        </a:xfrm>
      </p:grpSpPr>
      <p:pic>
        <p:nvPicPr>
          <p:cNvPr id="264" name="Google Shape;264;p27" descr="image.png">
            <a:extLst>
              <a:ext uri="{FF2B5EF4-FFF2-40B4-BE49-F238E27FC236}">
                <a16:creationId xmlns:a16="http://schemas.microsoft.com/office/drawing/2014/main" id="{0B386044-8895-65A6-D183-589A4D4A56A2}"/>
              </a:ext>
            </a:extLst>
          </p:cNvPr>
          <p:cNvPicPr preferRelativeResize="0"/>
          <p:nvPr/>
        </p:nvPicPr>
        <p:blipFill rotWithShape="1">
          <a:blip r:embed="rId3">
            <a:alphaModFix/>
          </a:blip>
          <a:srcRect/>
          <a:stretch/>
        </p:blipFill>
        <p:spPr>
          <a:xfrm>
            <a:off x="0" y="0"/>
            <a:ext cx="12192000" cy="6858000"/>
          </a:xfrm>
          <a:prstGeom prst="rect">
            <a:avLst/>
          </a:prstGeom>
          <a:ln/>
        </p:spPr>
        <p:style>
          <a:lnRef idx="2">
            <a:schemeClr val="dk1"/>
          </a:lnRef>
          <a:fillRef idx="1">
            <a:schemeClr val="lt1"/>
          </a:fillRef>
          <a:effectRef idx="0">
            <a:schemeClr val="dk1"/>
          </a:effectRef>
          <a:fontRef idx="minor">
            <a:schemeClr val="dk1"/>
          </a:fontRef>
        </p:style>
      </p:pic>
      <p:sp>
        <p:nvSpPr>
          <p:cNvPr id="269" name="Google Shape;269;p27">
            <a:extLst>
              <a:ext uri="{FF2B5EF4-FFF2-40B4-BE49-F238E27FC236}">
                <a16:creationId xmlns:a16="http://schemas.microsoft.com/office/drawing/2014/main" id="{7489662C-03BB-567D-4FB8-9883960FF77E}"/>
              </a:ext>
            </a:extLst>
          </p:cNvPr>
          <p:cNvSpPr txBox="1"/>
          <p:nvPr/>
        </p:nvSpPr>
        <p:spPr>
          <a:xfrm>
            <a:off x="790575" y="571500"/>
            <a:ext cx="11401425"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dirty="0" err="1">
                <a:solidFill>
                  <a:srgbClr val="003366"/>
                </a:solidFill>
                <a:latin typeface="Merriweather" panose="00000500000000000000" pitchFamily="2" charset="0"/>
                <a:ea typeface="Merriweather"/>
                <a:cs typeface="Merriweather"/>
                <a:sym typeface="Merriweather"/>
              </a:rPr>
              <a:t>Kiểm</a:t>
            </a:r>
            <a:r>
              <a:rPr lang="en-US" sz="3600" b="1" i="0" u="none" strike="noStrike" cap="none" dirty="0">
                <a:solidFill>
                  <a:srgbClr val="003366"/>
                </a:solidFill>
                <a:latin typeface="Merriweather" panose="00000500000000000000" pitchFamily="2" charset="0"/>
                <a:ea typeface="Merriweather"/>
                <a:cs typeface="Merriweather"/>
                <a:sym typeface="Merriweather"/>
              </a:rPr>
              <a:t> </a:t>
            </a:r>
            <a:r>
              <a:rPr lang="en-US" sz="3600" b="1" i="0" u="none" strike="noStrike" cap="none" dirty="0" err="1">
                <a:solidFill>
                  <a:srgbClr val="003366"/>
                </a:solidFill>
                <a:latin typeface="Merriweather" panose="00000500000000000000" pitchFamily="2" charset="0"/>
                <a:ea typeface="Merriweather"/>
                <a:cs typeface="Merriweather"/>
                <a:sym typeface="Merriweather"/>
              </a:rPr>
              <a:t>tra</a:t>
            </a:r>
            <a:r>
              <a:rPr lang="en-US" sz="3600" b="1" i="0" u="none" strike="noStrike" cap="none" dirty="0">
                <a:solidFill>
                  <a:srgbClr val="003366"/>
                </a:solidFill>
                <a:latin typeface="Merriweather" panose="00000500000000000000" pitchFamily="2" charset="0"/>
                <a:ea typeface="Merriweather"/>
                <a:cs typeface="Merriweather"/>
                <a:sym typeface="Merriweather"/>
              </a:rPr>
              <a:t> </a:t>
            </a:r>
            <a:r>
              <a:rPr lang="en-US" sz="3600" b="1" i="0" u="none" strike="noStrike" cap="none" dirty="0" err="1">
                <a:solidFill>
                  <a:srgbClr val="003366"/>
                </a:solidFill>
                <a:latin typeface="Merriweather" panose="00000500000000000000" pitchFamily="2" charset="0"/>
                <a:ea typeface="Merriweather"/>
                <a:cs typeface="Merriweather"/>
                <a:sym typeface="Merriweather"/>
              </a:rPr>
              <a:t>kiến</a:t>
            </a:r>
            <a:r>
              <a:rPr lang="en-US" sz="3600" b="1" i="0" u="none" strike="noStrike" cap="none" dirty="0">
                <a:solidFill>
                  <a:srgbClr val="003366"/>
                </a:solidFill>
                <a:latin typeface="Merriweather" panose="00000500000000000000" pitchFamily="2" charset="0"/>
                <a:ea typeface="Merriweather"/>
                <a:cs typeface="Merriweather"/>
                <a:sym typeface="Merriweather"/>
              </a:rPr>
              <a:t> </a:t>
            </a:r>
            <a:r>
              <a:rPr lang="en-US" sz="3600" b="1" i="0" u="none" strike="noStrike" cap="none" dirty="0" err="1">
                <a:solidFill>
                  <a:srgbClr val="003366"/>
                </a:solidFill>
                <a:latin typeface="Merriweather" panose="00000500000000000000" pitchFamily="2" charset="0"/>
                <a:ea typeface="Merriweather"/>
                <a:cs typeface="Merriweather"/>
                <a:sym typeface="Merriweather"/>
              </a:rPr>
              <a:t>thức</a:t>
            </a:r>
            <a:r>
              <a:rPr lang="en-US" sz="3600" b="1" i="0" u="none" strike="noStrike" cap="none" dirty="0">
                <a:solidFill>
                  <a:srgbClr val="003366"/>
                </a:solidFill>
                <a:latin typeface="Merriweather" panose="00000500000000000000" pitchFamily="2" charset="0"/>
                <a:ea typeface="Merriweather"/>
                <a:cs typeface="Merriweather"/>
                <a:sym typeface="Merriweather"/>
              </a:rPr>
              <a:t> </a:t>
            </a:r>
            <a:r>
              <a:rPr lang="en-US" sz="3600" b="1" i="0" u="none" strike="noStrike" cap="none" dirty="0" err="1">
                <a:solidFill>
                  <a:srgbClr val="003366"/>
                </a:solidFill>
                <a:latin typeface="Merriweather" panose="00000500000000000000" pitchFamily="2" charset="0"/>
                <a:ea typeface="Merriweather"/>
                <a:cs typeface="Merriweather"/>
                <a:sym typeface="Merriweather"/>
              </a:rPr>
              <a:t>nhanh</a:t>
            </a:r>
            <a:endParaRPr dirty="0">
              <a:latin typeface="Merriweather" panose="00000500000000000000" pitchFamily="2" charset="0"/>
            </a:endParaRPr>
          </a:p>
        </p:txBody>
      </p:sp>
      <p:sp>
        <p:nvSpPr>
          <p:cNvPr id="270" name="Google Shape;270;p27">
            <a:extLst>
              <a:ext uri="{FF2B5EF4-FFF2-40B4-BE49-F238E27FC236}">
                <a16:creationId xmlns:a16="http://schemas.microsoft.com/office/drawing/2014/main" id="{9E6A6A19-92F9-9A45-9A2D-3C4454979D23}"/>
              </a:ext>
            </a:extLst>
          </p:cNvPr>
          <p:cNvSpPr/>
          <p:nvPr/>
        </p:nvSpPr>
        <p:spPr>
          <a:xfrm>
            <a:off x="571500" y="571500"/>
            <a:ext cx="76200" cy="571500"/>
          </a:xfrm>
          <a:prstGeom prst="rect">
            <a:avLst/>
          </a:prstGeom>
          <a:solidFill>
            <a:srgbClr val="D4AF3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erriweather" panose="00000500000000000000" pitchFamily="2" charset="0"/>
              <a:ea typeface="Calibri"/>
              <a:cs typeface="Calibri"/>
              <a:sym typeface="Calibri"/>
            </a:endParaRPr>
          </a:p>
        </p:txBody>
      </p:sp>
      <p:sp>
        <p:nvSpPr>
          <p:cNvPr id="271" name="Google Shape;271;p27">
            <a:extLst>
              <a:ext uri="{FF2B5EF4-FFF2-40B4-BE49-F238E27FC236}">
                <a16:creationId xmlns:a16="http://schemas.microsoft.com/office/drawing/2014/main" id="{692CF384-6DDA-EB57-0D42-64AE70C611C7}"/>
              </a:ext>
            </a:extLst>
          </p:cNvPr>
          <p:cNvSpPr txBox="1"/>
          <p:nvPr/>
        </p:nvSpPr>
        <p:spPr>
          <a:xfrm>
            <a:off x="571500" y="1925091"/>
            <a:ext cx="11049000" cy="886397"/>
          </a:xfrm>
          <a:prstGeom prst="rect">
            <a:avLst/>
          </a:prstGeom>
          <a:noFill/>
          <a:ln>
            <a:noFill/>
          </a:ln>
        </p:spPr>
        <p:txBody>
          <a:bodyPr spcFirstLastPara="1" wrap="square" lIns="0" tIns="0" rIns="0" bIns="0" anchor="t" anchorCtr="0">
            <a:spAutoFit/>
          </a:bodyPr>
          <a:lstStyle/>
          <a:p>
            <a:pPr lvl="0">
              <a:lnSpc>
                <a:spcPct val="159944"/>
              </a:lnSpc>
            </a:pPr>
            <a:r>
              <a:rPr lang="en-US" sz="1800" b="1" i="0" u="none" strike="noStrike" cap="none" dirty="0" err="1">
                <a:solidFill>
                  <a:srgbClr val="334155"/>
                </a:solidFill>
                <a:latin typeface="Merriweather" panose="00000500000000000000" pitchFamily="2" charset="0"/>
                <a:ea typeface="DM Sans"/>
                <a:cs typeface="DM Sans"/>
                <a:sym typeface="DM Sans"/>
              </a:rPr>
              <a:t>Câu</a:t>
            </a:r>
            <a:r>
              <a:rPr lang="en-US" sz="1800" b="1" i="0" u="none" strike="noStrike" cap="none" dirty="0">
                <a:solidFill>
                  <a:srgbClr val="334155"/>
                </a:solidFill>
                <a:latin typeface="Merriweather" panose="00000500000000000000" pitchFamily="2" charset="0"/>
                <a:ea typeface="DM Sans"/>
                <a:cs typeface="DM Sans"/>
                <a:sym typeface="DM Sans"/>
              </a:rPr>
              <a:t> </a:t>
            </a:r>
            <a:r>
              <a:rPr lang="en-US" sz="1800" b="1" i="0" u="none" strike="noStrike" cap="none" dirty="0" err="1">
                <a:solidFill>
                  <a:srgbClr val="334155"/>
                </a:solidFill>
                <a:latin typeface="Merriweather" panose="00000500000000000000" pitchFamily="2" charset="0"/>
                <a:ea typeface="DM Sans"/>
                <a:cs typeface="DM Sans"/>
                <a:sym typeface="DM Sans"/>
              </a:rPr>
              <a:t>hỏi</a:t>
            </a:r>
            <a:r>
              <a:rPr lang="en-US" sz="1800" b="1" i="0" u="none" strike="noStrike" cap="none" dirty="0">
                <a:solidFill>
                  <a:srgbClr val="334155"/>
                </a:solidFill>
                <a:latin typeface="Merriweather" panose="00000500000000000000" pitchFamily="2" charset="0"/>
                <a:ea typeface="DM Sans"/>
                <a:cs typeface="DM Sans"/>
                <a:sym typeface="DM Sans"/>
              </a:rPr>
              <a:t>: </a:t>
            </a:r>
            <a:r>
              <a:rPr lang="en-US" sz="1800" b="1" dirty="0" err="1">
                <a:latin typeface="Merriweather" panose="00000500000000000000" pitchFamily="2" charset="0"/>
              </a:rPr>
              <a:t>Lênin</a:t>
            </a:r>
            <a:r>
              <a:rPr lang="en-US" sz="1800" b="1" dirty="0">
                <a:latin typeface="Merriweather" panose="00000500000000000000" pitchFamily="2" charset="0"/>
              </a:rPr>
              <a:t> </a:t>
            </a:r>
            <a:r>
              <a:rPr lang="en-US" sz="1800" b="1" dirty="0" err="1">
                <a:latin typeface="Merriweather" panose="00000500000000000000" pitchFamily="2" charset="0"/>
              </a:rPr>
              <a:t>đã</a:t>
            </a:r>
            <a:r>
              <a:rPr lang="en-US" sz="1800" b="1" dirty="0">
                <a:latin typeface="Merriweather" panose="00000500000000000000" pitchFamily="2" charset="0"/>
              </a:rPr>
              <a:t> </a:t>
            </a:r>
            <a:r>
              <a:rPr lang="en-US" sz="1800" b="1" dirty="0" err="1">
                <a:latin typeface="Merriweather" panose="00000500000000000000" pitchFamily="2" charset="0"/>
              </a:rPr>
              <a:t>khái</a:t>
            </a:r>
            <a:r>
              <a:rPr lang="en-US" sz="1800" b="1" dirty="0">
                <a:latin typeface="Merriweather" panose="00000500000000000000" pitchFamily="2" charset="0"/>
              </a:rPr>
              <a:t> </a:t>
            </a:r>
            <a:r>
              <a:rPr lang="en-US" sz="1800" b="1" dirty="0" err="1">
                <a:latin typeface="Merriweather" panose="00000500000000000000" pitchFamily="2" charset="0"/>
              </a:rPr>
              <a:t>quát</a:t>
            </a:r>
            <a:r>
              <a:rPr lang="en-US" sz="1800" b="1" dirty="0">
                <a:latin typeface="Merriweather" panose="00000500000000000000" pitchFamily="2" charset="0"/>
              </a:rPr>
              <a:t> con </a:t>
            </a:r>
            <a:r>
              <a:rPr lang="en-US" sz="1800" b="1" dirty="0" err="1">
                <a:latin typeface="Merriweather" panose="00000500000000000000" pitchFamily="2" charset="0"/>
              </a:rPr>
              <a:t>đường</a:t>
            </a:r>
            <a:r>
              <a:rPr lang="en-US" sz="1800" b="1" dirty="0">
                <a:latin typeface="Merriweather" panose="00000500000000000000" pitchFamily="2" charset="0"/>
              </a:rPr>
              <a:t> </a:t>
            </a:r>
            <a:r>
              <a:rPr lang="en-US" sz="1800" b="1" dirty="0" err="1">
                <a:latin typeface="Merriweather" panose="00000500000000000000" pitchFamily="2" charset="0"/>
              </a:rPr>
              <a:t>biện</a:t>
            </a:r>
            <a:r>
              <a:rPr lang="en-US" sz="1800" b="1" dirty="0">
                <a:latin typeface="Merriweather" panose="00000500000000000000" pitchFamily="2" charset="0"/>
              </a:rPr>
              <a:t> </a:t>
            </a:r>
            <a:r>
              <a:rPr lang="en-US" sz="1800" b="1" dirty="0" err="1">
                <a:latin typeface="Merriweather" panose="00000500000000000000" pitchFamily="2" charset="0"/>
              </a:rPr>
              <a:t>chứng</a:t>
            </a:r>
            <a:r>
              <a:rPr lang="en-US" sz="1800" b="1" dirty="0">
                <a:latin typeface="Merriweather" panose="00000500000000000000" pitchFamily="2" charset="0"/>
              </a:rPr>
              <a:t> </a:t>
            </a:r>
            <a:r>
              <a:rPr lang="en-US" sz="1800" b="1" dirty="0" err="1">
                <a:latin typeface="Merriweather" panose="00000500000000000000" pitchFamily="2" charset="0"/>
              </a:rPr>
              <a:t>của</a:t>
            </a:r>
            <a:r>
              <a:rPr lang="en-US" sz="1800" b="1" dirty="0">
                <a:latin typeface="Merriweather" panose="00000500000000000000" pitchFamily="2" charset="0"/>
              </a:rPr>
              <a:t> </a:t>
            </a:r>
            <a:r>
              <a:rPr lang="en-US" sz="1800" b="1" dirty="0" err="1">
                <a:latin typeface="Merriweather" panose="00000500000000000000" pitchFamily="2" charset="0"/>
              </a:rPr>
              <a:t>sự</a:t>
            </a:r>
            <a:r>
              <a:rPr lang="en-US" sz="1800" b="1" dirty="0">
                <a:latin typeface="Merriweather" panose="00000500000000000000" pitchFamily="2" charset="0"/>
              </a:rPr>
              <a:t> </a:t>
            </a:r>
            <a:r>
              <a:rPr lang="en-US" sz="1800" b="1" dirty="0" err="1">
                <a:latin typeface="Merriweather" panose="00000500000000000000" pitchFamily="2" charset="0"/>
              </a:rPr>
              <a:t>nhận</a:t>
            </a:r>
            <a:r>
              <a:rPr lang="en-US" sz="1800" b="1" dirty="0">
                <a:latin typeface="Merriweather" panose="00000500000000000000" pitchFamily="2" charset="0"/>
              </a:rPr>
              <a:t> </a:t>
            </a:r>
            <a:r>
              <a:rPr lang="en-US" sz="1800" b="1" dirty="0" err="1">
                <a:latin typeface="Merriweather" panose="00000500000000000000" pitchFamily="2" charset="0"/>
              </a:rPr>
              <a:t>thức</a:t>
            </a:r>
            <a:r>
              <a:rPr lang="en-US" sz="1800" b="1" dirty="0">
                <a:latin typeface="Merriweather" panose="00000500000000000000" pitchFamily="2" charset="0"/>
              </a:rPr>
              <a:t> </a:t>
            </a:r>
            <a:r>
              <a:rPr lang="en-US" sz="1800" b="1" dirty="0" err="1">
                <a:latin typeface="Merriweather" panose="00000500000000000000" pitchFamily="2" charset="0"/>
              </a:rPr>
              <a:t>chân</a:t>
            </a:r>
            <a:r>
              <a:rPr lang="en-US" sz="1800" b="1" dirty="0">
                <a:latin typeface="Merriweather" panose="00000500000000000000" pitchFamily="2" charset="0"/>
              </a:rPr>
              <a:t> </a:t>
            </a:r>
            <a:r>
              <a:rPr lang="en-US" sz="1800" b="1" dirty="0" err="1">
                <a:latin typeface="Merriweather" panose="00000500000000000000" pitchFamily="2" charset="0"/>
              </a:rPr>
              <a:t>lý</a:t>
            </a:r>
            <a:r>
              <a:rPr lang="en-US" sz="1800" b="1" dirty="0">
                <a:latin typeface="Merriweather" panose="00000500000000000000" pitchFamily="2" charset="0"/>
              </a:rPr>
              <a:t> </a:t>
            </a:r>
            <a:r>
              <a:rPr lang="en-US" sz="1800" b="1" dirty="0" err="1">
                <a:latin typeface="Merriweather" panose="00000500000000000000" pitchFamily="2" charset="0"/>
              </a:rPr>
              <a:t>theo</a:t>
            </a:r>
            <a:r>
              <a:rPr lang="en-US" sz="1800" b="1" dirty="0">
                <a:latin typeface="Merriweather" panose="00000500000000000000" pitchFamily="2" charset="0"/>
              </a:rPr>
              <a:t> </a:t>
            </a:r>
            <a:r>
              <a:rPr lang="en-US" sz="1800" b="1" dirty="0" err="1">
                <a:latin typeface="Merriweather" panose="00000500000000000000" pitchFamily="2" charset="0"/>
              </a:rPr>
              <a:t>trình</a:t>
            </a:r>
            <a:r>
              <a:rPr lang="en-US" sz="1800" b="1" dirty="0">
                <a:latin typeface="Merriweather" panose="00000500000000000000" pitchFamily="2" charset="0"/>
              </a:rPr>
              <a:t> </a:t>
            </a:r>
            <a:r>
              <a:rPr lang="en-US" sz="1800" b="1" dirty="0" err="1">
                <a:latin typeface="Merriweather" panose="00000500000000000000" pitchFamily="2" charset="0"/>
              </a:rPr>
              <a:t>tự</a:t>
            </a:r>
            <a:r>
              <a:rPr lang="en-US" sz="1800" b="1" dirty="0">
                <a:latin typeface="Merriweather" panose="00000500000000000000" pitchFamily="2" charset="0"/>
              </a:rPr>
              <a:t> </a:t>
            </a:r>
            <a:r>
              <a:rPr lang="en-US" sz="1800" b="1" dirty="0" err="1">
                <a:latin typeface="Merriweather" panose="00000500000000000000" pitchFamily="2" charset="0"/>
              </a:rPr>
              <a:t>nào</a:t>
            </a:r>
            <a:r>
              <a:rPr lang="en-US" sz="1800" b="1" dirty="0">
                <a:latin typeface="Merriweather" panose="00000500000000000000" pitchFamily="2" charset="0"/>
              </a:rPr>
              <a:t> </a:t>
            </a:r>
            <a:r>
              <a:rPr lang="en-US" sz="1800" b="1" dirty="0" err="1">
                <a:latin typeface="Merriweather" panose="00000500000000000000" pitchFamily="2" charset="0"/>
              </a:rPr>
              <a:t>sau</a:t>
            </a:r>
            <a:r>
              <a:rPr lang="en-US" sz="1800" b="1" dirty="0">
                <a:latin typeface="Merriweather" panose="00000500000000000000" pitchFamily="2" charset="0"/>
              </a:rPr>
              <a:t> </a:t>
            </a:r>
            <a:r>
              <a:rPr lang="en-US" sz="1800" b="1" dirty="0" err="1">
                <a:latin typeface="Merriweather" panose="00000500000000000000" pitchFamily="2" charset="0"/>
              </a:rPr>
              <a:t>đây</a:t>
            </a:r>
            <a:r>
              <a:rPr lang="en-US" sz="1800" b="1" dirty="0">
                <a:latin typeface="Merriweather" panose="00000500000000000000" pitchFamily="2" charset="0"/>
              </a:rPr>
              <a:t>? </a:t>
            </a:r>
            <a:endParaRPr b="1" dirty="0">
              <a:latin typeface="Merriweather" panose="00000500000000000000" pitchFamily="2" charset="0"/>
            </a:endParaRPr>
          </a:p>
        </p:txBody>
      </p:sp>
      <p:sp>
        <p:nvSpPr>
          <p:cNvPr id="272" name="Google Shape;272;p27">
            <a:extLst>
              <a:ext uri="{FF2B5EF4-FFF2-40B4-BE49-F238E27FC236}">
                <a16:creationId xmlns:a16="http://schemas.microsoft.com/office/drawing/2014/main" id="{5EFCCD19-3147-488A-1F6C-24EB30CA7CB6}"/>
              </a:ext>
            </a:extLst>
          </p:cNvPr>
          <p:cNvSpPr txBox="1"/>
          <p:nvPr/>
        </p:nvSpPr>
        <p:spPr>
          <a:xfrm>
            <a:off x="571500" y="5580608"/>
            <a:ext cx="11049000" cy="36933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1" u="none" strike="noStrike" cap="none">
                <a:solidFill>
                  <a:srgbClr val="334155"/>
                </a:solidFill>
                <a:latin typeface="Merriweather" panose="00000500000000000000" pitchFamily="2" charset="0"/>
                <a:ea typeface="DM Sans"/>
                <a:cs typeface="DM Sans"/>
                <a:sym typeface="DM Sans"/>
              </a:rPr>
              <a:t>"Chân lý không phụ thuộc vào con người, chỉ phụ thuộc vào thực tại khách quan."</a:t>
            </a:r>
            <a:endParaRPr>
              <a:latin typeface="Merriweather" panose="00000500000000000000" pitchFamily="2" charset="0"/>
            </a:endParaRPr>
          </a:p>
        </p:txBody>
      </p:sp>
      <p:sp>
        <p:nvSpPr>
          <p:cNvPr id="3" name="Rectangle: Rounded Corners 2">
            <a:extLst>
              <a:ext uri="{FF2B5EF4-FFF2-40B4-BE49-F238E27FC236}">
                <a16:creationId xmlns:a16="http://schemas.microsoft.com/office/drawing/2014/main" id="{0564C6C8-A506-20B6-9A17-C5465DA648B2}"/>
              </a:ext>
            </a:extLst>
          </p:cNvPr>
          <p:cNvSpPr/>
          <p:nvPr/>
        </p:nvSpPr>
        <p:spPr>
          <a:xfrm>
            <a:off x="762000" y="2924175"/>
            <a:ext cx="11049000" cy="50482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r>
              <a:rPr lang="en-US" dirty="0"/>
              <a:t>A) </a:t>
            </a:r>
            <a:r>
              <a:rPr lang="en-US" dirty="0" err="1"/>
              <a:t>Từ</a:t>
            </a:r>
            <a:r>
              <a:rPr lang="en-US" dirty="0"/>
              <a:t> </a:t>
            </a:r>
            <a:r>
              <a:rPr lang="en-US" dirty="0" err="1"/>
              <a:t>tư</a:t>
            </a:r>
            <a:r>
              <a:rPr lang="en-US" dirty="0"/>
              <a:t> </a:t>
            </a:r>
            <a:r>
              <a:rPr lang="en-US" dirty="0" err="1"/>
              <a:t>duy</a:t>
            </a:r>
            <a:r>
              <a:rPr lang="en-US" dirty="0"/>
              <a:t> </a:t>
            </a:r>
            <a:r>
              <a:rPr lang="en-US" dirty="0" err="1"/>
              <a:t>trừu</a:t>
            </a:r>
            <a:r>
              <a:rPr lang="en-US" dirty="0"/>
              <a:t> </a:t>
            </a:r>
            <a:r>
              <a:rPr lang="en-US" dirty="0" err="1"/>
              <a:t>tượng</a:t>
            </a:r>
            <a:r>
              <a:rPr lang="en-US" dirty="0"/>
              <a:t> </a:t>
            </a:r>
            <a:r>
              <a:rPr lang="en-US" dirty="0" err="1"/>
              <a:t>đến</a:t>
            </a:r>
            <a:r>
              <a:rPr lang="en-US" dirty="0"/>
              <a:t> </a:t>
            </a:r>
            <a:r>
              <a:rPr lang="en-US" dirty="0" err="1"/>
              <a:t>thực</a:t>
            </a:r>
            <a:r>
              <a:rPr lang="en-US" dirty="0"/>
              <a:t> </a:t>
            </a:r>
            <a:r>
              <a:rPr lang="en-US" dirty="0" err="1"/>
              <a:t>tiễn</a:t>
            </a:r>
            <a:r>
              <a:rPr lang="en-US" dirty="0"/>
              <a:t>, </a:t>
            </a:r>
            <a:r>
              <a:rPr lang="en-US" dirty="0" err="1"/>
              <a:t>rồi</a:t>
            </a:r>
            <a:r>
              <a:rPr lang="en-US" dirty="0"/>
              <a:t> quay </a:t>
            </a:r>
            <a:r>
              <a:rPr lang="en-US" dirty="0" err="1"/>
              <a:t>lại</a:t>
            </a:r>
            <a:r>
              <a:rPr lang="en-US" dirty="0"/>
              <a:t> </a:t>
            </a:r>
            <a:r>
              <a:rPr lang="en-US" dirty="0" err="1"/>
              <a:t>trực</a:t>
            </a:r>
            <a:r>
              <a:rPr lang="en-US" dirty="0"/>
              <a:t> </a:t>
            </a:r>
            <a:r>
              <a:rPr lang="en-US" dirty="0" err="1"/>
              <a:t>quan</a:t>
            </a:r>
            <a:r>
              <a:rPr lang="en-US" dirty="0"/>
              <a:t> </a:t>
            </a:r>
            <a:r>
              <a:rPr lang="en-US" dirty="0" err="1"/>
              <a:t>sinh</a:t>
            </a:r>
            <a:r>
              <a:rPr lang="en-US" dirty="0"/>
              <a:t> </a:t>
            </a:r>
            <a:r>
              <a:rPr lang="en-US" dirty="0" err="1"/>
              <a:t>động</a:t>
            </a:r>
            <a:endParaRPr lang="en-US" dirty="0"/>
          </a:p>
        </p:txBody>
      </p:sp>
      <p:sp>
        <p:nvSpPr>
          <p:cNvPr id="7" name="Rectangle: Rounded Corners 6">
            <a:extLst>
              <a:ext uri="{FF2B5EF4-FFF2-40B4-BE49-F238E27FC236}">
                <a16:creationId xmlns:a16="http://schemas.microsoft.com/office/drawing/2014/main" id="{C019F9D8-A003-6635-F899-5C1455B0FDDB}"/>
              </a:ext>
            </a:extLst>
          </p:cNvPr>
          <p:cNvSpPr/>
          <p:nvPr/>
        </p:nvSpPr>
        <p:spPr>
          <a:xfrm>
            <a:off x="762000" y="3511412"/>
            <a:ext cx="11049000" cy="504825"/>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r>
              <a:rPr lang="en-US" dirty="0"/>
              <a:t>B) </a:t>
            </a:r>
            <a:r>
              <a:rPr lang="en-US" dirty="0" err="1"/>
              <a:t>Từ</a:t>
            </a:r>
            <a:r>
              <a:rPr lang="en-US" dirty="0"/>
              <a:t> </a:t>
            </a:r>
            <a:r>
              <a:rPr lang="en-US" dirty="0" err="1"/>
              <a:t>nhận</a:t>
            </a:r>
            <a:r>
              <a:rPr lang="en-US" dirty="0"/>
              <a:t> </a:t>
            </a:r>
            <a:r>
              <a:rPr lang="en-US" dirty="0" err="1"/>
              <a:t>thức</a:t>
            </a:r>
            <a:r>
              <a:rPr lang="en-US" dirty="0"/>
              <a:t> </a:t>
            </a:r>
            <a:r>
              <a:rPr lang="en-US" dirty="0" err="1"/>
              <a:t>cảm</a:t>
            </a:r>
            <a:r>
              <a:rPr lang="en-US" dirty="0"/>
              <a:t> </a:t>
            </a:r>
            <a:r>
              <a:rPr lang="en-US" dirty="0" err="1"/>
              <a:t>tính</a:t>
            </a:r>
            <a:r>
              <a:rPr lang="en-US" dirty="0"/>
              <a:t> </a:t>
            </a:r>
            <a:r>
              <a:rPr lang="en-US" dirty="0" err="1"/>
              <a:t>đến</a:t>
            </a:r>
            <a:r>
              <a:rPr lang="en-US" dirty="0"/>
              <a:t> </a:t>
            </a:r>
            <a:r>
              <a:rPr lang="en-US" dirty="0" err="1"/>
              <a:t>sự</a:t>
            </a:r>
            <a:r>
              <a:rPr lang="en-US" dirty="0"/>
              <a:t> tung </a:t>
            </a:r>
            <a:r>
              <a:rPr lang="en-US" dirty="0" err="1"/>
              <a:t>hô</a:t>
            </a:r>
            <a:r>
              <a:rPr lang="en-US" dirty="0"/>
              <a:t> </a:t>
            </a:r>
            <a:r>
              <a:rPr lang="en-US" dirty="0" err="1"/>
              <a:t>của</a:t>
            </a:r>
            <a:r>
              <a:rPr lang="en-US" dirty="0"/>
              <a:t> </a:t>
            </a:r>
            <a:r>
              <a:rPr lang="en-US" dirty="0" err="1"/>
              <a:t>số</a:t>
            </a:r>
            <a:r>
              <a:rPr lang="en-US" dirty="0"/>
              <a:t> </a:t>
            </a:r>
            <a:r>
              <a:rPr lang="en-US" dirty="0" err="1"/>
              <a:t>đông</a:t>
            </a:r>
            <a:endParaRPr lang="en-US" dirty="0"/>
          </a:p>
        </p:txBody>
      </p:sp>
      <p:sp>
        <p:nvSpPr>
          <p:cNvPr id="4" name="Rectangle: Rounded Corners 3">
            <a:extLst>
              <a:ext uri="{FF2B5EF4-FFF2-40B4-BE49-F238E27FC236}">
                <a16:creationId xmlns:a16="http://schemas.microsoft.com/office/drawing/2014/main" id="{D32BA982-0E07-2DCD-41BF-805D7CD4FD1E}"/>
              </a:ext>
            </a:extLst>
          </p:cNvPr>
          <p:cNvSpPr/>
          <p:nvPr/>
        </p:nvSpPr>
        <p:spPr>
          <a:xfrm>
            <a:off x="762000" y="3515602"/>
            <a:ext cx="11049000" cy="50482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r>
              <a:rPr lang="en-US" dirty="0"/>
              <a:t>B) </a:t>
            </a:r>
            <a:r>
              <a:rPr lang="en-US" dirty="0" err="1"/>
              <a:t>Từ</a:t>
            </a:r>
            <a:r>
              <a:rPr lang="en-US" dirty="0"/>
              <a:t> </a:t>
            </a:r>
            <a:r>
              <a:rPr lang="en-US" dirty="0" err="1"/>
              <a:t>nhận</a:t>
            </a:r>
            <a:r>
              <a:rPr lang="en-US" dirty="0"/>
              <a:t> </a:t>
            </a:r>
            <a:r>
              <a:rPr lang="en-US" dirty="0" err="1"/>
              <a:t>thức</a:t>
            </a:r>
            <a:r>
              <a:rPr lang="en-US" dirty="0"/>
              <a:t> </a:t>
            </a:r>
            <a:r>
              <a:rPr lang="en-US" dirty="0" err="1"/>
              <a:t>cảm</a:t>
            </a:r>
            <a:r>
              <a:rPr lang="en-US" dirty="0"/>
              <a:t> </a:t>
            </a:r>
            <a:r>
              <a:rPr lang="en-US" dirty="0" err="1"/>
              <a:t>tính</a:t>
            </a:r>
            <a:r>
              <a:rPr lang="en-US" dirty="0"/>
              <a:t> </a:t>
            </a:r>
            <a:r>
              <a:rPr lang="en-US" dirty="0" err="1"/>
              <a:t>đến</a:t>
            </a:r>
            <a:r>
              <a:rPr lang="en-US" dirty="0"/>
              <a:t> </a:t>
            </a:r>
            <a:r>
              <a:rPr lang="en-US" dirty="0" err="1"/>
              <a:t>sự</a:t>
            </a:r>
            <a:r>
              <a:rPr lang="en-US" dirty="0"/>
              <a:t> tung </a:t>
            </a:r>
            <a:r>
              <a:rPr lang="en-US" dirty="0" err="1"/>
              <a:t>hô</a:t>
            </a:r>
            <a:r>
              <a:rPr lang="en-US" dirty="0"/>
              <a:t> </a:t>
            </a:r>
            <a:r>
              <a:rPr lang="en-US" dirty="0" err="1"/>
              <a:t>của</a:t>
            </a:r>
            <a:r>
              <a:rPr lang="en-US" dirty="0"/>
              <a:t> </a:t>
            </a:r>
            <a:r>
              <a:rPr lang="en-US" dirty="0" err="1"/>
              <a:t>số</a:t>
            </a:r>
            <a:r>
              <a:rPr lang="en-US" dirty="0"/>
              <a:t> </a:t>
            </a:r>
            <a:r>
              <a:rPr lang="en-US" dirty="0" err="1"/>
              <a:t>đông</a:t>
            </a:r>
            <a:endParaRPr lang="en-US" dirty="0"/>
          </a:p>
        </p:txBody>
      </p:sp>
      <p:sp>
        <p:nvSpPr>
          <p:cNvPr id="5" name="Rectangle: Rounded Corners 4">
            <a:extLst>
              <a:ext uri="{FF2B5EF4-FFF2-40B4-BE49-F238E27FC236}">
                <a16:creationId xmlns:a16="http://schemas.microsoft.com/office/drawing/2014/main" id="{2F470900-0F04-0EA1-E88B-D14E95AC7BD0}"/>
              </a:ext>
            </a:extLst>
          </p:cNvPr>
          <p:cNvSpPr/>
          <p:nvPr/>
        </p:nvSpPr>
        <p:spPr>
          <a:xfrm>
            <a:off x="762000" y="4109701"/>
            <a:ext cx="11049000" cy="50482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r>
              <a:rPr lang="en-US" dirty="0"/>
              <a:t>C) </a:t>
            </a:r>
            <a:r>
              <a:rPr lang="en-US" dirty="0" err="1"/>
              <a:t>Từ</a:t>
            </a:r>
            <a:r>
              <a:rPr lang="en-US" dirty="0"/>
              <a:t> </a:t>
            </a:r>
            <a:r>
              <a:rPr lang="en-US" dirty="0" err="1"/>
              <a:t>trực</a:t>
            </a:r>
            <a:r>
              <a:rPr lang="en-US" dirty="0"/>
              <a:t> </a:t>
            </a:r>
            <a:r>
              <a:rPr lang="en-US" dirty="0" err="1"/>
              <a:t>quan</a:t>
            </a:r>
            <a:r>
              <a:rPr lang="en-US" dirty="0"/>
              <a:t> </a:t>
            </a:r>
            <a:r>
              <a:rPr lang="en-US" dirty="0" err="1"/>
              <a:t>sinh</a:t>
            </a:r>
            <a:r>
              <a:rPr lang="en-US" dirty="0"/>
              <a:t> </a:t>
            </a:r>
            <a:r>
              <a:rPr lang="en-US" dirty="0" err="1"/>
              <a:t>động</a:t>
            </a:r>
            <a:r>
              <a:rPr lang="en-US" dirty="0"/>
              <a:t> </a:t>
            </a:r>
            <a:r>
              <a:rPr lang="en-US" dirty="0" err="1"/>
              <a:t>đến</a:t>
            </a:r>
            <a:r>
              <a:rPr lang="en-US" dirty="0"/>
              <a:t> </a:t>
            </a:r>
            <a:r>
              <a:rPr lang="en-US" dirty="0" err="1"/>
              <a:t>thực</a:t>
            </a:r>
            <a:r>
              <a:rPr lang="en-US" dirty="0"/>
              <a:t> </a:t>
            </a:r>
            <a:r>
              <a:rPr lang="en-US" dirty="0" err="1"/>
              <a:t>tiễn</a:t>
            </a:r>
            <a:r>
              <a:rPr lang="en-US" dirty="0"/>
              <a:t>, </a:t>
            </a:r>
            <a:r>
              <a:rPr lang="en-US" dirty="0" err="1"/>
              <a:t>bỏ</a:t>
            </a:r>
            <a:r>
              <a:rPr lang="en-US" dirty="0"/>
              <a:t> qua </a:t>
            </a:r>
            <a:r>
              <a:rPr lang="en-US" dirty="0" err="1"/>
              <a:t>tư</a:t>
            </a:r>
            <a:r>
              <a:rPr lang="en-US" dirty="0"/>
              <a:t> </a:t>
            </a:r>
            <a:r>
              <a:rPr lang="en-US" dirty="0" err="1"/>
              <a:t>duy</a:t>
            </a:r>
            <a:r>
              <a:rPr lang="en-US" dirty="0"/>
              <a:t> </a:t>
            </a:r>
            <a:r>
              <a:rPr lang="en-US" dirty="0" err="1"/>
              <a:t>trừu</a:t>
            </a:r>
            <a:r>
              <a:rPr lang="en-US" dirty="0"/>
              <a:t> </a:t>
            </a:r>
            <a:r>
              <a:rPr lang="en-US" dirty="0" err="1"/>
              <a:t>tượng</a:t>
            </a:r>
            <a:endParaRPr lang="en-US" dirty="0"/>
          </a:p>
        </p:txBody>
      </p:sp>
      <p:sp>
        <p:nvSpPr>
          <p:cNvPr id="6" name="Rectangle: Rounded Corners 5">
            <a:extLst>
              <a:ext uri="{FF2B5EF4-FFF2-40B4-BE49-F238E27FC236}">
                <a16:creationId xmlns:a16="http://schemas.microsoft.com/office/drawing/2014/main" id="{E15AFCFC-C0DB-A27A-115D-809B1E48CDE3}"/>
              </a:ext>
            </a:extLst>
          </p:cNvPr>
          <p:cNvSpPr/>
          <p:nvPr/>
        </p:nvSpPr>
        <p:spPr>
          <a:xfrm>
            <a:off x="762000" y="4699519"/>
            <a:ext cx="11049000" cy="50482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r>
              <a:rPr lang="en-US" dirty="0"/>
              <a:t>D) </a:t>
            </a:r>
            <a:r>
              <a:rPr lang="en-US" dirty="0" err="1"/>
              <a:t>Từ</a:t>
            </a:r>
            <a:r>
              <a:rPr lang="en-US" dirty="0"/>
              <a:t> </a:t>
            </a:r>
            <a:r>
              <a:rPr lang="en-US" dirty="0" err="1"/>
              <a:t>trực</a:t>
            </a:r>
            <a:r>
              <a:rPr lang="en-US" dirty="0"/>
              <a:t> </a:t>
            </a:r>
            <a:r>
              <a:rPr lang="en-US" dirty="0" err="1"/>
              <a:t>quan</a:t>
            </a:r>
            <a:r>
              <a:rPr lang="en-US" dirty="0"/>
              <a:t> </a:t>
            </a:r>
            <a:r>
              <a:rPr lang="en-US" dirty="0" err="1"/>
              <a:t>sinh</a:t>
            </a:r>
            <a:r>
              <a:rPr lang="en-US" dirty="0"/>
              <a:t> </a:t>
            </a:r>
            <a:r>
              <a:rPr lang="en-US" dirty="0" err="1"/>
              <a:t>động</a:t>
            </a:r>
            <a:r>
              <a:rPr lang="en-US" dirty="0"/>
              <a:t> </a:t>
            </a:r>
            <a:r>
              <a:rPr lang="en-US" dirty="0" err="1"/>
              <a:t>đến</a:t>
            </a:r>
            <a:r>
              <a:rPr lang="en-US" dirty="0"/>
              <a:t> </a:t>
            </a:r>
            <a:r>
              <a:rPr lang="en-US" dirty="0" err="1"/>
              <a:t>tư</a:t>
            </a:r>
            <a:r>
              <a:rPr lang="en-US" dirty="0"/>
              <a:t> </a:t>
            </a:r>
            <a:r>
              <a:rPr lang="en-US" dirty="0" err="1"/>
              <a:t>duy</a:t>
            </a:r>
            <a:r>
              <a:rPr lang="en-US" dirty="0"/>
              <a:t> </a:t>
            </a:r>
            <a:r>
              <a:rPr lang="en-US" dirty="0" err="1"/>
              <a:t>trừu</a:t>
            </a:r>
            <a:r>
              <a:rPr lang="en-US" dirty="0"/>
              <a:t> </a:t>
            </a:r>
            <a:r>
              <a:rPr lang="en-US" dirty="0" err="1"/>
              <a:t>tượng</a:t>
            </a:r>
            <a:r>
              <a:rPr lang="en-US" dirty="0"/>
              <a:t>, </a:t>
            </a:r>
            <a:r>
              <a:rPr lang="en-US" dirty="0" err="1"/>
              <a:t>và</a:t>
            </a:r>
            <a:r>
              <a:rPr lang="en-US" dirty="0"/>
              <a:t> </a:t>
            </a:r>
            <a:r>
              <a:rPr lang="en-US" dirty="0" err="1"/>
              <a:t>từ</a:t>
            </a:r>
            <a:r>
              <a:rPr lang="en-US" dirty="0"/>
              <a:t> </a:t>
            </a:r>
            <a:r>
              <a:rPr lang="en-US" dirty="0" err="1"/>
              <a:t>tư</a:t>
            </a:r>
            <a:r>
              <a:rPr lang="en-US" dirty="0"/>
              <a:t> </a:t>
            </a:r>
            <a:r>
              <a:rPr lang="en-US" dirty="0" err="1"/>
              <a:t>duy</a:t>
            </a:r>
            <a:r>
              <a:rPr lang="en-US" dirty="0"/>
              <a:t> </a:t>
            </a:r>
            <a:r>
              <a:rPr lang="en-US" dirty="0" err="1"/>
              <a:t>trừu</a:t>
            </a:r>
            <a:r>
              <a:rPr lang="en-US" dirty="0"/>
              <a:t> </a:t>
            </a:r>
            <a:r>
              <a:rPr lang="en-US" dirty="0" err="1"/>
              <a:t>tượng</a:t>
            </a:r>
            <a:r>
              <a:rPr lang="en-US" dirty="0"/>
              <a:t> </a:t>
            </a:r>
            <a:r>
              <a:rPr lang="en-US" dirty="0" err="1"/>
              <a:t>đến</a:t>
            </a:r>
            <a:r>
              <a:rPr lang="en-US" dirty="0"/>
              <a:t> </a:t>
            </a:r>
            <a:r>
              <a:rPr lang="en-US" dirty="0" err="1"/>
              <a:t>thực</a:t>
            </a:r>
            <a:r>
              <a:rPr lang="en-US" dirty="0"/>
              <a:t> </a:t>
            </a:r>
            <a:r>
              <a:rPr lang="en-US" dirty="0" err="1"/>
              <a:t>tiễn</a:t>
            </a:r>
            <a:endParaRPr lang="en-US" dirty="0"/>
          </a:p>
        </p:txBody>
      </p:sp>
    </p:spTree>
    <p:extLst>
      <p:ext uri="{BB962C8B-B14F-4D97-AF65-F5344CB8AC3E}">
        <p14:creationId xmlns:p14="http://schemas.microsoft.com/office/powerpoint/2010/main" val="1010161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F28A6174-B5E4-B98B-0857-C04C1A759590}"/>
            </a:ext>
          </a:extLst>
        </p:cNvPr>
        <p:cNvGrpSpPr/>
        <p:nvPr/>
      </p:nvGrpSpPr>
      <p:grpSpPr>
        <a:xfrm>
          <a:off x="0" y="0"/>
          <a:ext cx="0" cy="0"/>
          <a:chOff x="0" y="0"/>
          <a:chExt cx="0" cy="0"/>
        </a:xfrm>
      </p:grpSpPr>
      <p:pic>
        <p:nvPicPr>
          <p:cNvPr id="94" name="Google Shape;94;p14" descr="image.png">
            <a:extLst>
              <a:ext uri="{FF2B5EF4-FFF2-40B4-BE49-F238E27FC236}">
                <a16:creationId xmlns:a16="http://schemas.microsoft.com/office/drawing/2014/main" id="{7968FB2D-C59B-5640-A9FC-37F88F4ABCD8}"/>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grpSp>
        <p:nvGrpSpPr>
          <p:cNvPr id="17" name="Group 16">
            <a:extLst>
              <a:ext uri="{FF2B5EF4-FFF2-40B4-BE49-F238E27FC236}">
                <a16:creationId xmlns:a16="http://schemas.microsoft.com/office/drawing/2014/main" id="{5B2EDBA1-9E1F-EC82-F153-5AB9FFCF04B5}"/>
              </a:ext>
            </a:extLst>
          </p:cNvPr>
          <p:cNvGrpSpPr/>
          <p:nvPr/>
        </p:nvGrpSpPr>
        <p:grpSpPr>
          <a:xfrm>
            <a:off x="-597179" y="1464070"/>
            <a:ext cx="8095259" cy="2162095"/>
            <a:chOff x="-2098319" y="771883"/>
            <a:chExt cx="9741179" cy="2162095"/>
          </a:xfrm>
        </p:grpSpPr>
        <p:sp>
          <p:nvSpPr>
            <p:cNvPr id="95" name="Google Shape;95;p14">
              <a:extLst>
                <a:ext uri="{FF2B5EF4-FFF2-40B4-BE49-F238E27FC236}">
                  <a16:creationId xmlns:a16="http://schemas.microsoft.com/office/drawing/2014/main" id="{68C4781B-212D-5DAA-FAA0-40925475EB98}"/>
                </a:ext>
              </a:extLst>
            </p:cNvPr>
            <p:cNvSpPr/>
            <p:nvPr/>
          </p:nvSpPr>
          <p:spPr>
            <a:xfrm>
              <a:off x="1245830" y="1684537"/>
              <a:ext cx="2478777" cy="92615"/>
            </a:xfrm>
            <a:prstGeom prst="rect">
              <a:avLst/>
            </a:prstGeom>
            <a:solidFill>
              <a:srgbClr val="D4AF3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7200" b="0" i="0" u="none" strike="noStrike" cap="none">
                <a:solidFill>
                  <a:schemeClr val="dk1"/>
                </a:solidFill>
                <a:latin typeface="Calibri"/>
                <a:ea typeface="Calibri"/>
                <a:cs typeface="Calibri"/>
                <a:sym typeface="Calibri"/>
              </a:endParaRPr>
            </a:p>
          </p:txBody>
        </p:sp>
        <p:sp>
          <p:nvSpPr>
            <p:cNvPr id="96" name="Google Shape;96;p14">
              <a:extLst>
                <a:ext uri="{FF2B5EF4-FFF2-40B4-BE49-F238E27FC236}">
                  <a16:creationId xmlns:a16="http://schemas.microsoft.com/office/drawing/2014/main" id="{AA0E7206-6EA4-82D6-C254-B316A3FD9EAC}"/>
                </a:ext>
              </a:extLst>
            </p:cNvPr>
            <p:cNvSpPr txBox="1"/>
            <p:nvPr/>
          </p:nvSpPr>
          <p:spPr>
            <a:xfrm>
              <a:off x="-2098319" y="1825982"/>
              <a:ext cx="9741179" cy="110799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7200" b="1" dirty="0">
                  <a:solidFill>
                    <a:srgbClr val="003366"/>
                  </a:solidFill>
                  <a:latin typeface="Merriweather"/>
                  <a:sym typeface="Merriweather"/>
                </a:rPr>
                <a:t>THANK YOU</a:t>
              </a:r>
              <a:endParaRPr lang="en-US" sz="7200" dirty="0"/>
            </a:p>
          </p:txBody>
        </p:sp>
        <p:sp>
          <p:nvSpPr>
            <p:cNvPr id="2" name="Google Shape;96;p14">
              <a:extLst>
                <a:ext uri="{FF2B5EF4-FFF2-40B4-BE49-F238E27FC236}">
                  <a16:creationId xmlns:a16="http://schemas.microsoft.com/office/drawing/2014/main" id="{7C120FFE-897C-FDE8-C186-CE46C1528E25}"/>
                </a:ext>
              </a:extLst>
            </p:cNvPr>
            <p:cNvSpPr txBox="1"/>
            <p:nvPr/>
          </p:nvSpPr>
          <p:spPr>
            <a:xfrm>
              <a:off x="1298932" y="771883"/>
              <a:ext cx="2540057" cy="110799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7200" b="1" i="0" u="none" strike="noStrike" cap="none" dirty="0">
                  <a:solidFill>
                    <a:srgbClr val="003366"/>
                  </a:solidFill>
                  <a:latin typeface="Merriweather"/>
                  <a:ea typeface="Merriweather"/>
                  <a:cs typeface="Merriweather"/>
                  <a:sym typeface="Merriweather"/>
                </a:rPr>
                <a:t>END</a:t>
              </a:r>
            </a:p>
          </p:txBody>
        </p:sp>
      </p:grpSp>
      <p:pic>
        <p:nvPicPr>
          <p:cNvPr id="16" name="Picture 15">
            <a:extLst>
              <a:ext uri="{FF2B5EF4-FFF2-40B4-BE49-F238E27FC236}">
                <a16:creationId xmlns:a16="http://schemas.microsoft.com/office/drawing/2014/main" id="{25997920-5036-5269-22A0-8C64F42C787B}"/>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9783" b="89946" l="6522" r="96332">
                        <a14:foregroundMark x1="4158" y1="50734" x2="4953" y2="52992"/>
                        <a14:foregroundMark x1="9697" y1="65300" x2="19565" y2="77446"/>
                        <a14:foregroundMark x1="19565" y1="77446" x2="53668" y2="79212"/>
                        <a14:foregroundMark x1="53668" y1="79212" x2="72418" y2="78533"/>
                        <a14:foregroundMark x1="72418" y1="78533" x2="88859" y2="71603"/>
                        <a14:foregroundMark x1="94105" y1="47951" x2="94262" y2="47241"/>
                        <a14:foregroundMark x1="88859" y1="71603" x2="92443" y2="55443"/>
                        <a14:foregroundMark x1="96332" y1="37908" x2="83696" y2="27446"/>
                        <a14:foregroundMark x1="50083" y1="21151" x2="49577" y2="21056"/>
                        <a14:foregroundMark x1="56423" y1="22338" x2="55467" y2="22159"/>
                        <a14:foregroundMark x1="83696" y1="27446" x2="61549" y2="23298"/>
                        <a14:foregroundMark x1="16489" y1="32784" x2="15897" y2="33016"/>
                        <a14:foregroundMark x1="39010" y1="23949" x2="30263" y2="27381"/>
                        <a14:foregroundMark x1="14323" y1="37965" x2="14066" y2="38771"/>
                        <a14:foregroundMark x1="15897" y1="33016" x2="15609" y2="33920"/>
                        <a14:foregroundMark x1="35190" y1="30571" x2="15761" y2="45652"/>
                        <a14:foregroundMark x1="15761" y1="45652" x2="14810" y2="66984"/>
                        <a14:foregroundMark x1="14810" y1="66984" x2="33696" y2="62228"/>
                        <a14:foregroundMark x1="33696" y1="62228" x2="38451" y2="45380"/>
                        <a14:foregroundMark x1="38451" y1="45380" x2="33424" y2="27717"/>
                        <a14:foregroundMark x1="33424" y1="27717" x2="33424" y2="27717"/>
                        <a14:foregroundMark x1="51223" y1="31522" x2="36549" y2="41304"/>
                        <a14:foregroundMark x1="36549" y1="41304" x2="31658" y2="66984"/>
                        <a14:foregroundMark x1="31658" y1="66984" x2="48777" y2="75408"/>
                        <a14:foregroundMark x1="48777" y1="75408" x2="70788" y2="72554"/>
                        <a14:foregroundMark x1="70788" y1="72554" x2="80978" y2="60326"/>
                        <a14:foregroundMark x1="80978" y1="60326" x2="76766" y2="43614"/>
                        <a14:foregroundMark x1="76766" y1="43614" x2="61005" y2="34239"/>
                        <a14:foregroundMark x1="61005" y1="34239" x2="51766" y2="33288"/>
                        <a14:foregroundMark x1="68614" y1="27717" x2="41848" y2="40489"/>
                        <a14:foregroundMark x1="41848" y1="40489" x2="36413" y2="58288"/>
                        <a14:foregroundMark x1="36413" y1="58288" x2="58424" y2="71196"/>
                        <a14:foregroundMark x1="58424" y1="71196" x2="80978" y2="68478"/>
                        <a14:foregroundMark x1="80978" y1="68478" x2="83560" y2="41304"/>
                        <a14:foregroundMark x1="83560" y1="41304" x2="68207" y2="27310"/>
                        <a14:foregroundMark x1="68207" y1="27310" x2="56250" y2="29755"/>
                        <a14:foregroundMark x1="75679" y1="27582" x2="40897" y2="44973"/>
                        <a14:foregroundMark x1="40897" y1="44973" x2="47962" y2="64130"/>
                        <a14:foregroundMark x1="47962" y1="64130" x2="70652" y2="61277"/>
                        <a14:foregroundMark x1="70652" y1="61277" x2="67527" y2="41033"/>
                        <a14:foregroundMark x1="67527" y1="41033" x2="57745" y2="36821"/>
                        <a14:foregroundMark x1="63723" y1="39810" x2="60734" y2="58967"/>
                        <a14:foregroundMark x1="60734" y1="58967" x2="62500" y2="41304"/>
                        <a14:foregroundMark x1="57880" y1="40082" x2="51766" y2="44565"/>
                        <a14:foregroundMark x1="55435" y1="48777" x2="53940" y2="49321"/>
                        <a14:foregroundMark x1="52174" y1="46060" x2="57473" y2="52446"/>
                        <a14:foregroundMark x1="86957" y1="39810" x2="86413" y2="42527"/>
                        <a14:foregroundMark x1="86957" y1="51766" x2="84103" y2="59239"/>
                        <a14:foregroundMark x1="85190" y1="53940" x2="82473" y2="63043"/>
                        <a14:foregroundMark x1="83696" y1="63043" x2="83152" y2="67935"/>
                        <a14:foregroundMark x1="82201" y1="65489" x2="78125" y2="70245"/>
                        <a14:foregroundMark x1="74457" y1="72962" x2="72147" y2="75679"/>
                        <a14:foregroundMark x1="87636" y1="64674" x2="72554" y2="73098"/>
                        <a14:foregroundMark x1="72554" y1="73098" x2="88995" y2="67527"/>
                        <a14:foregroundMark x1="88995" y1="67527" x2="83696" y2="66984"/>
                        <a14:foregroundMark x1="86957" y1="65489" x2="76630" y2="73913"/>
                        <a14:foregroundMark x1="77717" y1="74457" x2="71467" y2="77174"/>
                        <a14:foregroundMark x1="71196" y1="75951" x2="71875" y2="76223"/>
                        <a14:foregroundMark x1="25951" y1="43750" x2="25543" y2="44022"/>
                        <a14:foregroundMark x1="27038" y1="40082" x2="24457" y2="56658"/>
                        <a14:foregroundMark x1="24457" y1="56658" x2="26766" y2="56793"/>
                        <a14:foregroundMark x1="28261" y1="44293" x2="24457" y2="59511"/>
                        <a14:foregroundMark x1="39266" y1="33016" x2="54891" y2="30027"/>
                        <a14:foregroundMark x1="13451" y1="46196" x2="11277" y2="53533"/>
                        <a14:foregroundMark x1="10190" y1="49321" x2="11685" y2="54212"/>
                        <a14:foregroundMark x1="9239" y1="51495" x2="9567" y2="55837"/>
                        <a14:foregroundMark x1="6522" y1="49321" x2="8967" y2="54212"/>
                        <a14:backgroundMark x1="10381" y1="58650" x2="10079" y2="60601"/>
                        <a14:backgroundMark x1="12500" y1="44973" x2="12359" y2="45881"/>
                        <a14:backgroundMark x1="90196" y1="66763" x2="90489" y2="66576"/>
                        <a14:backgroundMark x1="88994" y1="67528" x2="89583" y2="67153"/>
                        <a14:backgroundMark x1="90489" y1="66576" x2="97283" y2="44565"/>
                        <a14:backgroundMark x1="93766" y1="34443" x2="91712" y2="28533"/>
                        <a14:backgroundMark x1="97283" y1="44565" x2="96171" y2="41365"/>
                        <a14:backgroundMark x1="91712" y1="28533" x2="85016" y2="27199"/>
                        <a14:backgroundMark x1="35072" y1="23141" x2="32473" y2="23370"/>
                        <a14:backgroundMark x1="15400" y1="32423" x2="14875" y2="32702"/>
                        <a14:backgroundMark x1="32473" y1="23370" x2="26749" y2="26405"/>
                        <a14:backgroundMark x1="12154" y1="44051" x2="11957" y2="44973"/>
                        <a14:backgroundMark x1="42663" y1="22283" x2="49728" y2="20788"/>
                        <a14:backgroundMark x1="50408" y1="21332" x2="54891" y2="21739"/>
                        <a14:backgroundMark x1="50408" y1="21603" x2="55978" y2="21332"/>
                        <a14:backgroundMark x1="58696" y1="22826" x2="61685" y2="23098"/>
                        <a14:backgroundMark x1="56658" y1="22011" x2="59647" y2="22554"/>
                        <a14:backgroundMark x1="50136" y1="21060" x2="53397" y2="20516"/>
                        <a14:backgroundMark x1="40761" y1="23098" x2="44429" y2="22283"/>
                        <a14:backgroundMark x1="39402" y1="23234" x2="41984" y2="22554"/>
                        <a14:backgroundMark x1="23234" y1="29755" x2="15217" y2="30978"/>
                        <a14:backgroundMark x1="15489" y1="33832" x2="12772" y2="36821"/>
                        <a14:backgroundMark x1="15489" y1="34239" x2="12500" y2="37500"/>
                        <a14:backgroundMark x1="13995" y1="38723" x2="10734" y2="42799"/>
                        <a14:backgroundMark x1="11549" y1="41712" x2="6250" y2="45516"/>
                        <a14:backgroundMark x1="7201" y1="45788" x2="2038" y2="49457"/>
                        <a14:backgroundMark x1="4076" y1="53533" x2="8696" y2="60054"/>
                        <a14:backgroundMark x1="8967" y1="56522" x2="10734" y2="58560"/>
                        <a14:backgroundMark x1="9511" y1="56250" x2="9511" y2="56250"/>
                        <a14:backgroundMark x1="10190" y1="55978" x2="9783" y2="57745"/>
                        <a14:backgroundMark x1="9239" y1="61549" x2="8016" y2="64674"/>
                        <a14:backgroundMark x1="9239" y1="60190" x2="7745" y2="59511"/>
                        <a14:backgroundMark x1="9239" y1="56250" x2="9239" y2="56522"/>
                        <a14:backgroundMark x1="6793" y1="61277" x2="7745" y2="61957"/>
                        <a14:backgroundMark x1="7745" y1="60462" x2="8967" y2="62228"/>
                        <a14:backgroundMark x1="9511" y1="64266" x2="9783" y2="65489"/>
                        <a14:backgroundMark x1="95380" y1="40082" x2="94701" y2="47283"/>
                        <a14:backgroundMark x1="95924" y1="39538" x2="94837" y2="44701"/>
                        <a14:backgroundMark x1="93886" y1="38995" x2="95109" y2="42799"/>
                        <a14:backgroundMark x1="95924" y1="37772" x2="95652" y2="41712"/>
                        <a14:backgroundMark x1="94158" y1="47962" x2="93207" y2="52717"/>
                        <a14:backgroundMark x1="92935" y1="52038" x2="92391" y2="55435"/>
                        <a14:backgroundMark x1="24185" y1="29755" x2="25679" y2="29755"/>
                        <a14:backgroundMark x1="27446" y1="29348" x2="27446" y2="29348"/>
                        <a14:backgroundMark x1="24457" y1="29755" x2="30435" y2="27038"/>
                        <a14:backgroundMark x1="23777" y1="29484" x2="29755" y2="27582"/>
                      </a14:backgroundRemoval>
                    </a14:imgEffect>
                  </a14:imgLayer>
                </a14:imgProps>
              </a:ext>
            </a:extLst>
          </a:blip>
          <a:stretch>
            <a:fillRect/>
          </a:stretch>
        </p:blipFill>
        <p:spPr>
          <a:xfrm>
            <a:off x="6096000" y="-244716"/>
            <a:ext cx="6409296" cy="6409296"/>
          </a:xfrm>
          <a:prstGeom prst="rect">
            <a:avLst/>
          </a:prstGeom>
        </p:spPr>
      </p:pic>
    </p:spTree>
    <p:extLst>
      <p:ext uri="{BB962C8B-B14F-4D97-AF65-F5344CB8AC3E}">
        <p14:creationId xmlns:p14="http://schemas.microsoft.com/office/powerpoint/2010/main" val="17206667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003366"/>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TotalTime>
  <Words>2453</Words>
  <Application>Microsoft Office PowerPoint</Application>
  <PresentationFormat>Widescreen</PresentationFormat>
  <Paragraphs>183</Paragraphs>
  <Slides>22</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Merriweather</vt:lpstr>
      <vt:lpstr>Calibri</vt:lpstr>
      <vt:lpstr>Arial</vt:lpstr>
      <vt:lpstr>DM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khang</dc:creator>
  <cp:lastModifiedBy>Gia Khang Doãn</cp:lastModifiedBy>
  <cp:revision>5</cp:revision>
  <dcterms:modified xsi:type="dcterms:W3CDTF">2026-05-28T05:41:33Z</dcterms:modified>
</cp:coreProperties>
</file>